
<file path=[Content_Types].xml><?xml version="1.0" encoding="utf-8"?>
<Types xmlns="http://schemas.openxmlformats.org/package/2006/content-types">
  <Default Extension="gif" ContentType="image/gif"/>
  <Default Extension="jpeg" ContentType="image/jpeg"/>
  <Default Extension="JP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1"/>
  </p:sldMasterIdLst>
  <p:notesMasterIdLst>
    <p:notesMasterId r:id="rId14"/>
  </p:notesMasterIdLst>
  <p:sldIdLst>
    <p:sldId id="294" r:id="rId2"/>
    <p:sldId id="258" r:id="rId3"/>
    <p:sldId id="259" r:id="rId4"/>
    <p:sldId id="270" r:id="rId5"/>
    <p:sldId id="261" r:id="rId6"/>
    <p:sldId id="268" r:id="rId7"/>
    <p:sldId id="269" r:id="rId8"/>
    <p:sldId id="271" r:id="rId9"/>
    <p:sldId id="262" r:id="rId10"/>
    <p:sldId id="267" r:id="rId11"/>
    <p:sldId id="288" r:id="rId12"/>
    <p:sldId id="26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B5F164-7651-DD40-AC9E-883133A5A61B}" v="1134" dt="2022-12-09T01:36:44.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449"/>
    <p:restoredTop sz="89760"/>
  </p:normalViewPr>
  <p:slideViewPr>
    <p:cSldViewPr snapToGrid="0" snapToObjects="1" showGuides="1">
      <p:cViewPr varScale="1">
        <p:scale>
          <a:sx n="96" d="100"/>
          <a:sy n="96" d="100"/>
        </p:scale>
        <p:origin x="712" y="16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shana Bornstein" userId="f554c3c9-fe37-4002-839e-f8c6431ec2da" providerId="ADAL" clId="{C2F8E96F-A24D-304A-B1C8-FFF1055B5139}"/>
    <pc:docChg chg="custSel modSld">
      <pc:chgData name="Shoshana Bornstein" userId="f554c3c9-fe37-4002-839e-f8c6431ec2da" providerId="ADAL" clId="{C2F8E96F-A24D-304A-B1C8-FFF1055B5139}" dt="2022-12-09T19:22:41.019" v="51" actId="1076"/>
      <pc:docMkLst>
        <pc:docMk/>
      </pc:docMkLst>
      <pc:sldChg chg="addSp delSp modSp">
        <pc:chgData name="Shoshana Bornstein" userId="f554c3c9-fe37-4002-839e-f8c6431ec2da" providerId="ADAL" clId="{C2F8E96F-A24D-304A-B1C8-FFF1055B5139}" dt="2022-12-09T19:22:22.098" v="47" actId="1076"/>
        <pc:sldMkLst>
          <pc:docMk/>
          <pc:sldMk cId="3630852041" sldId="267"/>
        </pc:sldMkLst>
        <pc:spChg chg="add del mod">
          <ac:chgData name="Shoshana Bornstein" userId="f554c3c9-fe37-4002-839e-f8c6431ec2da" providerId="ADAL" clId="{C2F8E96F-A24D-304A-B1C8-FFF1055B5139}" dt="2022-12-09T19:22:13.069" v="45" actId="478"/>
          <ac:spMkLst>
            <pc:docMk/>
            <pc:sldMk cId="3630852041" sldId="267"/>
            <ac:spMk id="3" creationId="{79E493D3-9AE0-0B8E-E443-55DA858BA25E}"/>
          </ac:spMkLst>
        </pc:spChg>
        <pc:spChg chg="mod">
          <ac:chgData name="Shoshana Bornstein" userId="f554c3c9-fe37-4002-839e-f8c6431ec2da" providerId="ADAL" clId="{C2F8E96F-A24D-304A-B1C8-FFF1055B5139}" dt="2022-12-09T19:22:22.098" v="47" actId="1076"/>
          <ac:spMkLst>
            <pc:docMk/>
            <pc:sldMk cId="3630852041" sldId="267"/>
            <ac:spMk id="12" creationId="{73904A84-3A7D-98FB-599C-21365824D522}"/>
          </ac:spMkLst>
        </pc:spChg>
        <pc:spChg chg="add mod">
          <ac:chgData name="Shoshana Bornstein" userId="f554c3c9-fe37-4002-839e-f8c6431ec2da" providerId="ADAL" clId="{C2F8E96F-A24D-304A-B1C8-FFF1055B5139}" dt="2022-12-09T19:22:17.929" v="46" actId="1076"/>
          <ac:spMkLst>
            <pc:docMk/>
            <pc:sldMk cId="3630852041" sldId="267"/>
            <ac:spMk id="13" creationId="{D569139C-95A5-1C2A-62C5-30181D3B1FF7}"/>
          </ac:spMkLst>
        </pc:spChg>
        <pc:grpChg chg="mod">
          <ac:chgData name="Shoshana Bornstein" userId="f554c3c9-fe37-4002-839e-f8c6431ec2da" providerId="ADAL" clId="{C2F8E96F-A24D-304A-B1C8-FFF1055B5139}" dt="2022-12-09T19:20:59.896" v="3" actId="1076"/>
          <ac:grpSpMkLst>
            <pc:docMk/>
            <pc:sldMk cId="3630852041" sldId="267"/>
            <ac:grpSpMk id="2" creationId="{646D338B-1029-C5AC-C714-A096BDF4349A}"/>
          </ac:grpSpMkLst>
        </pc:grpChg>
        <pc:picChg chg="mod">
          <ac:chgData name="Shoshana Bornstein" userId="f554c3c9-fe37-4002-839e-f8c6431ec2da" providerId="ADAL" clId="{C2F8E96F-A24D-304A-B1C8-FFF1055B5139}" dt="2022-12-09T19:20:51.746" v="2" actId="1076"/>
          <ac:picMkLst>
            <pc:docMk/>
            <pc:sldMk cId="3630852041" sldId="267"/>
            <ac:picMk id="6" creationId="{A8F4CB87-6AF2-B64B-6358-9DF625EA6BC4}"/>
          </ac:picMkLst>
        </pc:picChg>
      </pc:sldChg>
      <pc:sldChg chg="modSp">
        <pc:chgData name="Shoshana Bornstein" userId="f554c3c9-fe37-4002-839e-f8c6431ec2da" providerId="ADAL" clId="{C2F8E96F-A24D-304A-B1C8-FFF1055B5139}" dt="2022-12-09T19:22:41.019" v="51" actId="1076"/>
        <pc:sldMkLst>
          <pc:docMk/>
          <pc:sldMk cId="2417371778" sldId="288"/>
        </pc:sldMkLst>
        <pc:spChg chg="mod">
          <ac:chgData name="Shoshana Bornstein" userId="f554c3c9-fe37-4002-839e-f8c6431ec2da" providerId="ADAL" clId="{C2F8E96F-A24D-304A-B1C8-FFF1055B5139}" dt="2022-12-09T19:22:41.019" v="51" actId="1076"/>
          <ac:spMkLst>
            <pc:docMk/>
            <pc:sldMk cId="2417371778" sldId="288"/>
            <ac:spMk id="2" creationId="{94C5C09C-6FD6-F7E3-4ED4-27E7F1FAB281}"/>
          </ac:spMkLst>
        </pc:spChg>
        <pc:picChg chg="mod">
          <ac:chgData name="Shoshana Bornstein" userId="f554c3c9-fe37-4002-839e-f8c6431ec2da" providerId="ADAL" clId="{C2F8E96F-A24D-304A-B1C8-FFF1055B5139}" dt="2022-12-09T19:22:34.470" v="49" actId="1076"/>
          <ac:picMkLst>
            <pc:docMk/>
            <pc:sldMk cId="2417371778" sldId="288"/>
            <ac:picMk id="4" creationId="{E604EAB8-5EE9-CC99-9EFB-A1756CEE9DBA}"/>
          </ac:picMkLst>
        </pc:picChg>
        <pc:picChg chg="mod">
          <ac:chgData name="Shoshana Bornstein" userId="f554c3c9-fe37-4002-839e-f8c6431ec2da" providerId="ADAL" clId="{C2F8E96F-A24D-304A-B1C8-FFF1055B5139}" dt="2022-12-09T19:22:36.428" v="50" actId="1076"/>
          <ac:picMkLst>
            <pc:docMk/>
            <pc:sldMk cId="2417371778" sldId="288"/>
            <ac:picMk id="1032" creationId="{3533717C-A838-45BF-1BCF-5398492246D4}"/>
          </ac:picMkLst>
        </pc:picChg>
      </pc:sldChg>
    </pc:docChg>
  </pc:docChgLst>
  <pc:docChgLst>
    <pc:chgData name="Shoshana Bornstein" userId="f554c3c9-fe37-4002-839e-f8c6431ec2da" providerId="ADAL" clId="{4DB5F164-7651-DD40-AC9E-883133A5A61B}"/>
    <pc:docChg chg="undo redo custSel addSld delSld modSld sldOrd addMainMaster delMainMaster">
      <pc:chgData name="Shoshana Bornstein" userId="f554c3c9-fe37-4002-839e-f8c6431ec2da" providerId="ADAL" clId="{4DB5F164-7651-DD40-AC9E-883133A5A61B}" dt="2022-12-09T01:37:56.218" v="9454" actId="1076"/>
      <pc:docMkLst>
        <pc:docMk/>
      </pc:docMkLst>
      <pc:sldChg chg="addSp delSp modSp del mod setBg modClrScheme delDesignElem chgLayout">
        <pc:chgData name="Shoshana Bornstein" userId="f554c3c9-fe37-4002-839e-f8c6431ec2da" providerId="ADAL" clId="{4DB5F164-7651-DD40-AC9E-883133A5A61B}" dt="2022-11-04T02:33:59.721" v="59" actId="2696"/>
        <pc:sldMkLst>
          <pc:docMk/>
          <pc:sldMk cId="4063487356" sldId="256"/>
        </pc:sldMkLst>
        <pc:spChg chg="del">
          <ac:chgData name="Shoshana Bornstein" userId="f554c3c9-fe37-4002-839e-f8c6431ec2da" providerId="ADAL" clId="{4DB5F164-7651-DD40-AC9E-883133A5A61B}" dt="2022-11-04T02:29:32.805" v="0" actId="478"/>
          <ac:spMkLst>
            <pc:docMk/>
            <pc:sldMk cId="4063487356" sldId="256"/>
            <ac:spMk id="2" creationId="{B0DF116E-F192-F036-47EA-E31FD9B3615E}"/>
          </ac:spMkLst>
        </pc:spChg>
        <pc:spChg chg="del">
          <ac:chgData name="Shoshana Bornstein" userId="f554c3c9-fe37-4002-839e-f8c6431ec2da" providerId="ADAL" clId="{4DB5F164-7651-DD40-AC9E-883133A5A61B}" dt="2022-11-04T02:29:34.323" v="1" actId="478"/>
          <ac:spMkLst>
            <pc:docMk/>
            <pc:sldMk cId="4063487356" sldId="256"/>
            <ac:spMk id="3" creationId="{F7E41F3A-7660-0B97-6193-2D30B8365926}"/>
          </ac:spMkLst>
        </pc:spChg>
        <pc:spChg chg="add del">
          <ac:chgData name="Shoshana Bornstein" userId="f554c3c9-fe37-4002-839e-f8c6431ec2da" providerId="ADAL" clId="{4DB5F164-7651-DD40-AC9E-883133A5A61B}" dt="2022-11-04T02:32:08.344" v="56"/>
          <ac:spMkLst>
            <pc:docMk/>
            <pc:sldMk cId="4063487356" sldId="256"/>
            <ac:spMk id="7" creationId="{38A565D8-E642-4598-BD4F-7ED84917BCDE}"/>
          </ac:spMkLst>
        </pc:spChg>
        <pc:picChg chg="add del mod">
          <ac:chgData name="Shoshana Bornstein" userId="f554c3c9-fe37-4002-839e-f8c6431ec2da" providerId="ADAL" clId="{4DB5F164-7651-DD40-AC9E-883133A5A61B}" dt="2022-11-04T02:32:22.009" v="57" actId="478"/>
          <ac:picMkLst>
            <pc:docMk/>
            <pc:sldMk cId="4063487356" sldId="256"/>
            <ac:picMk id="4" creationId="{16B9CCA2-7188-64E1-A455-783A236C388C}"/>
          </ac:picMkLst>
        </pc:picChg>
        <pc:cxnChg chg="add del">
          <ac:chgData name="Shoshana Bornstein" userId="f554c3c9-fe37-4002-839e-f8c6431ec2da" providerId="ADAL" clId="{4DB5F164-7651-DD40-AC9E-883133A5A61B}" dt="2022-11-04T02:32:08.344" v="56"/>
          <ac:cxnSpMkLst>
            <pc:docMk/>
            <pc:sldMk cId="4063487356" sldId="256"/>
            <ac:cxnSpMk id="9" creationId="{B6FF1C02-CDFF-4C42-A0F1-09EDEF913907}"/>
          </ac:cxnSpMkLst>
        </pc:cxnChg>
      </pc:sldChg>
      <pc:sldChg chg="addSp delSp modSp new del mod modTransition setBg">
        <pc:chgData name="Shoshana Bornstein" userId="f554c3c9-fe37-4002-839e-f8c6431ec2da" providerId="ADAL" clId="{4DB5F164-7651-DD40-AC9E-883133A5A61B}" dt="2022-12-09T00:52:02.614" v="9007" actId="2696"/>
        <pc:sldMkLst>
          <pc:docMk/>
          <pc:sldMk cId="10680486" sldId="257"/>
        </pc:sldMkLst>
        <pc:spChg chg="add del mod">
          <ac:chgData name="Shoshana Bornstein" userId="f554c3c9-fe37-4002-839e-f8c6431ec2da" providerId="ADAL" clId="{4DB5F164-7651-DD40-AC9E-883133A5A61B}" dt="2022-11-25T03:02:03.001" v="4991" actId="478"/>
          <ac:spMkLst>
            <pc:docMk/>
            <pc:sldMk cId="10680486" sldId="257"/>
            <ac:spMk id="2" creationId="{4E295778-C168-56C4-1D0D-53BD5B004023}"/>
          </ac:spMkLst>
        </pc:spChg>
        <pc:spChg chg="del">
          <ac:chgData name="Shoshana Bornstein" userId="f554c3c9-fe37-4002-839e-f8c6431ec2da" providerId="ADAL" clId="{4DB5F164-7651-DD40-AC9E-883133A5A61B}" dt="2022-11-04T02:34:20.249" v="60" actId="478"/>
          <ac:spMkLst>
            <pc:docMk/>
            <pc:sldMk cId="10680486" sldId="257"/>
            <ac:spMk id="2" creationId="{BA012225-50FA-EAB2-61D1-470945E8A984}"/>
          </ac:spMkLst>
        </pc:spChg>
        <pc:spChg chg="add mod">
          <ac:chgData name="Shoshana Bornstein" userId="f554c3c9-fe37-4002-839e-f8c6431ec2da" providerId="ADAL" clId="{4DB5F164-7651-DD40-AC9E-883133A5A61B}" dt="2022-11-30T23:43:13.414" v="8115" actId="20577"/>
          <ac:spMkLst>
            <pc:docMk/>
            <pc:sldMk cId="10680486" sldId="257"/>
            <ac:spMk id="3" creationId="{1DBB5455-017C-0513-16C8-2FA052EC76F7}"/>
          </ac:spMkLst>
        </pc:spChg>
        <pc:spChg chg="del">
          <ac:chgData name="Shoshana Bornstein" userId="f554c3c9-fe37-4002-839e-f8c6431ec2da" providerId="ADAL" clId="{4DB5F164-7651-DD40-AC9E-883133A5A61B}" dt="2022-11-04T02:34:22.454" v="61" actId="478"/>
          <ac:spMkLst>
            <pc:docMk/>
            <pc:sldMk cId="10680486" sldId="257"/>
            <ac:spMk id="3" creationId="{DCF7C364-5B53-7975-AE4A-5F3760B2DC49}"/>
          </ac:spMkLst>
        </pc:spChg>
        <pc:spChg chg="add del mod">
          <ac:chgData name="Shoshana Bornstein" userId="f554c3c9-fe37-4002-839e-f8c6431ec2da" providerId="ADAL" clId="{4DB5F164-7651-DD40-AC9E-883133A5A61B}" dt="2022-11-24T23:59:34.023" v="4245" actId="478"/>
          <ac:spMkLst>
            <pc:docMk/>
            <pc:sldMk cId="10680486" sldId="257"/>
            <ac:spMk id="4" creationId="{3EA26F0F-4DA8-DD1A-A83C-C0975F337D5D}"/>
          </ac:spMkLst>
        </pc:spChg>
        <pc:spChg chg="add mod">
          <ac:chgData name="Shoshana Bornstein" userId="f554c3c9-fe37-4002-839e-f8c6431ec2da" providerId="ADAL" clId="{4DB5F164-7651-DD40-AC9E-883133A5A61B}" dt="2022-11-25T03:02:00.203" v="4990"/>
          <ac:spMkLst>
            <pc:docMk/>
            <pc:sldMk cId="10680486" sldId="257"/>
            <ac:spMk id="5" creationId="{97FCBD5C-D0CF-DAB1-C001-DAABCDB766CE}"/>
          </ac:spMkLst>
        </pc:spChg>
        <pc:spChg chg="add mod">
          <ac:chgData name="Shoshana Bornstein" userId="f554c3c9-fe37-4002-839e-f8c6431ec2da" providerId="ADAL" clId="{4DB5F164-7651-DD40-AC9E-883133A5A61B}" dt="2022-11-28T23:14:24.168" v="7712" actId="1076"/>
          <ac:spMkLst>
            <pc:docMk/>
            <pc:sldMk cId="10680486" sldId="257"/>
            <ac:spMk id="7" creationId="{669FC027-9A7C-5BC1-E72C-A2B2B455EA2A}"/>
          </ac:spMkLst>
        </pc:spChg>
        <pc:spChg chg="add del mod">
          <ac:chgData name="Shoshana Bornstein" userId="f554c3c9-fe37-4002-839e-f8c6431ec2da" providerId="ADAL" clId="{4DB5F164-7651-DD40-AC9E-883133A5A61B}" dt="2022-11-28T23:14:26.920" v="7713" actId="478"/>
          <ac:spMkLst>
            <pc:docMk/>
            <pc:sldMk cId="10680486" sldId="257"/>
            <ac:spMk id="9" creationId="{E7780055-54DA-26FC-C0A6-201BC4B64163}"/>
          </ac:spMkLst>
        </pc:spChg>
        <pc:grpChg chg="add del mod">
          <ac:chgData name="Shoshana Bornstein" userId="f554c3c9-fe37-4002-839e-f8c6431ec2da" providerId="ADAL" clId="{4DB5F164-7651-DD40-AC9E-883133A5A61B}" dt="2022-11-29T23:18:10.482" v="8024"/>
          <ac:grpSpMkLst>
            <pc:docMk/>
            <pc:sldMk cId="10680486" sldId="257"/>
            <ac:grpSpMk id="2" creationId="{A64CC8C2-FA0A-3F0F-25BD-0D982F40E176}"/>
          </ac:grpSpMkLst>
        </pc:grpChg>
        <pc:grpChg chg="mod">
          <ac:chgData name="Shoshana Bornstein" userId="f554c3c9-fe37-4002-839e-f8c6431ec2da" providerId="ADAL" clId="{4DB5F164-7651-DD40-AC9E-883133A5A61B}" dt="2022-11-29T23:17:51.535" v="8023"/>
          <ac:grpSpMkLst>
            <pc:docMk/>
            <pc:sldMk cId="10680486" sldId="257"/>
            <ac:grpSpMk id="6" creationId="{B7E0A8C5-E7AD-C6AE-B520-AFAB63719373}"/>
          </ac:grpSpMkLst>
        </pc:grpChg>
        <pc:grpChg chg="add del mod">
          <ac:chgData name="Shoshana Bornstein" userId="f554c3c9-fe37-4002-839e-f8c6431ec2da" providerId="ADAL" clId="{4DB5F164-7651-DD40-AC9E-883133A5A61B}" dt="2022-11-28T23:21:01.179" v="7717" actId="478"/>
          <ac:grpSpMkLst>
            <pc:docMk/>
            <pc:sldMk cId="10680486" sldId="257"/>
            <ac:grpSpMk id="15" creationId="{D2DC216E-1A38-7BE3-2F7E-09BBAB1E6F68}"/>
          </ac:grpSpMkLst>
        </pc:grpChg>
        <pc:grpChg chg="add mod">
          <ac:chgData name="Shoshana Bornstein" userId="f554c3c9-fe37-4002-839e-f8c6431ec2da" providerId="ADAL" clId="{4DB5F164-7651-DD40-AC9E-883133A5A61B}" dt="2022-11-29T23:20:56.655" v="8032" actId="1076"/>
          <ac:grpSpMkLst>
            <pc:docMk/>
            <pc:sldMk cId="10680486" sldId="257"/>
            <ac:grpSpMk id="20" creationId="{720A856A-C68C-4DF0-2F06-AA411E26C811}"/>
          </ac:grpSpMkLst>
        </pc:grpChg>
        <pc:grpChg chg="mod">
          <ac:chgData name="Shoshana Bornstein" userId="f554c3c9-fe37-4002-839e-f8c6431ec2da" providerId="ADAL" clId="{4DB5F164-7651-DD40-AC9E-883133A5A61B}" dt="2022-11-29T23:18:26.495" v="8027"/>
          <ac:grpSpMkLst>
            <pc:docMk/>
            <pc:sldMk cId="10680486" sldId="257"/>
            <ac:grpSpMk id="22" creationId="{0D04857D-63D3-AB6A-89B3-212A01EB3CA6}"/>
          </ac:grpSpMkLst>
        </pc:grpChg>
        <pc:grpChg chg="add del mod topLvl">
          <ac:chgData name="Shoshana Bornstein" userId="f554c3c9-fe37-4002-839e-f8c6431ec2da" providerId="ADAL" clId="{4DB5F164-7651-DD40-AC9E-883133A5A61B}" dt="2022-11-29T23:18:24.966" v="8026" actId="478"/>
          <ac:grpSpMkLst>
            <pc:docMk/>
            <pc:sldMk cId="10680486" sldId="257"/>
            <ac:grpSpMk id="34" creationId="{65430EB5-3338-4D86-C3C0-670C5048D09D}"/>
          </ac:grpSpMkLst>
        </pc:grpChg>
        <pc:grpChg chg="add del mod">
          <ac:chgData name="Shoshana Bornstein" userId="f554c3c9-fe37-4002-839e-f8c6431ec2da" providerId="ADAL" clId="{4DB5F164-7651-DD40-AC9E-883133A5A61B}" dt="2022-11-28T23:56:08.919" v="7842" actId="165"/>
          <ac:grpSpMkLst>
            <pc:docMk/>
            <pc:sldMk cId="10680486" sldId="257"/>
            <ac:grpSpMk id="47" creationId="{93E47870-A8D3-44EF-EFF1-5146BDABB4CE}"/>
          </ac:grpSpMkLst>
        </pc:grp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4" creationId="{3AF0EBCE-9327-5C55-93AD-B6B556EE0AB2}"/>
          </ac:graphicFrameMkLst>
        </pc:graphicFrameChg>
        <pc:graphicFrameChg chg="add mod modGraphic">
          <ac:chgData name="Shoshana Bornstein" userId="f554c3c9-fe37-4002-839e-f8c6431ec2da" providerId="ADAL" clId="{4DB5F164-7651-DD40-AC9E-883133A5A61B}" dt="2022-11-04T02:48:08.869" v="294" actId="27116"/>
          <ac:graphicFrameMkLst>
            <pc:docMk/>
            <pc:sldMk cId="10680486" sldId="257"/>
            <ac:graphicFrameMk id="6" creationId="{5922F3CD-14F3-517D-73DE-920F48333E2E}"/>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8" creationId="{BE071FFE-AE7F-3899-EBEF-AB02C6BB3681}"/>
          </ac:graphicFrameMkLst>
        </pc:graphicFrameChg>
        <pc:graphicFrameChg chg="add mod modGraphic">
          <ac:chgData name="Shoshana Bornstein" userId="f554c3c9-fe37-4002-839e-f8c6431ec2da" providerId="ADAL" clId="{4DB5F164-7651-DD40-AC9E-883133A5A61B}" dt="2022-11-04T02:48:11.035" v="295" actId="27116"/>
          <ac:graphicFrameMkLst>
            <pc:docMk/>
            <pc:sldMk cId="10680486" sldId="257"/>
            <ac:graphicFrameMk id="8" creationId="{DFBE0F44-CDC0-BB68-C260-E960A7D357DA}"/>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9" creationId="{01F2A298-25D9-6F6B-41E5-05338F85770A}"/>
          </ac:graphicFrameMkLst>
        </pc:graphicFrameChg>
        <pc:graphicFrameChg chg="add mod modGraphic">
          <ac:chgData name="Shoshana Bornstein" userId="f554c3c9-fe37-4002-839e-f8c6431ec2da" providerId="ADAL" clId="{4DB5F164-7651-DD40-AC9E-883133A5A61B}" dt="2022-11-04T02:48:16.935" v="296" actId="27116"/>
          <ac:graphicFrameMkLst>
            <pc:docMk/>
            <pc:sldMk cId="10680486" sldId="257"/>
            <ac:graphicFrameMk id="10" creationId="{3863570B-C93C-F229-F051-EA986AEB3843}"/>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10" creationId="{42C9686D-93A9-38F2-1F8D-21C32DC63ACB}"/>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11" creationId="{CB76372D-0D4F-6D73-0E41-92A65A2D9939}"/>
          </ac:graphicFrameMkLst>
        </pc:graphicFrameChg>
        <pc:graphicFrameChg chg="add mod modGraphic">
          <ac:chgData name="Shoshana Bornstein" userId="f554c3c9-fe37-4002-839e-f8c6431ec2da" providerId="ADAL" clId="{4DB5F164-7651-DD40-AC9E-883133A5A61B}" dt="2022-11-04T02:48:20.571" v="299" actId="27116"/>
          <ac:graphicFrameMkLst>
            <pc:docMk/>
            <pc:sldMk cId="10680486" sldId="257"/>
            <ac:graphicFrameMk id="12" creationId="{643A064E-1C16-0D3E-8F32-E002B93130FC}"/>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12" creationId="{84A9CCAB-035C-22D1-6397-27D5F171F572}"/>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13" creationId="{D5B05205-C62B-4621-612D-E41172DC8DE3}"/>
          </ac:graphicFrameMkLst>
        </pc:graphicFrameChg>
        <pc:graphicFrameChg chg="add mod modGraphic">
          <ac:chgData name="Shoshana Bornstein" userId="f554c3c9-fe37-4002-839e-f8c6431ec2da" providerId="ADAL" clId="{4DB5F164-7651-DD40-AC9E-883133A5A61B}" dt="2022-11-04T02:48:25.335" v="300" actId="27116"/>
          <ac:graphicFrameMkLst>
            <pc:docMk/>
            <pc:sldMk cId="10680486" sldId="257"/>
            <ac:graphicFrameMk id="14" creationId="{2D3B8419-7EC1-1567-37F1-7BF0C8FE6307}"/>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14" creationId="{3C221D3F-2F20-49B0-6B5F-069044FAD2D3}"/>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15" creationId="{BC7343D7-83D3-1E56-7A7F-F6747799B9AC}"/>
          </ac:graphicFrameMkLst>
        </pc:graphicFrameChg>
        <pc:graphicFrameChg chg="mod">
          <ac:chgData name="Shoshana Bornstein" userId="f554c3c9-fe37-4002-839e-f8c6431ec2da" providerId="ADAL" clId="{4DB5F164-7651-DD40-AC9E-883133A5A61B}" dt="2022-11-29T23:17:51.535" v="8023"/>
          <ac:graphicFrameMkLst>
            <pc:docMk/>
            <pc:sldMk cId="10680486" sldId="257"/>
            <ac:graphicFrameMk id="16" creationId="{0AF7F619-BAE5-A723-F703-6116DC778D5E}"/>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18" creationId="{6AE0CCDB-78AF-3C8D-CA97-6CC0E75D282E}"/>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21" creationId="{776D43DC-DB32-3967-2A77-CE9B70A1E318}"/>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23" creationId="{A7EEE0EB-CC02-C0E1-E4B7-668C6FA24D94}"/>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24" creationId="{B87997A5-23DB-63F4-384C-51FFCD865327}"/>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25" creationId="{34FDCCD2-D6C6-8BA4-5AC2-9B2B150C60DA}"/>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26" creationId="{30D63899-8FD7-480D-56B4-3280F091EE38}"/>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27" creationId="{0D65A4F1-E0FF-8CD0-44B5-9FD9DAA33894}"/>
          </ac:graphicFrameMkLst>
        </pc:graphicFrameChg>
        <pc:graphicFrameChg chg="mod">
          <ac:chgData name="Shoshana Bornstein" userId="f554c3c9-fe37-4002-839e-f8c6431ec2da" providerId="ADAL" clId="{4DB5F164-7651-DD40-AC9E-883133A5A61B}" dt="2022-11-29T23:20:42.505" v="8031" actId="1076"/>
          <ac:graphicFrameMkLst>
            <pc:docMk/>
            <pc:sldMk cId="10680486" sldId="257"/>
            <ac:graphicFrameMk id="28" creationId="{EA4BD948-A2CE-91E3-9FAD-1FD631A42311}"/>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29" creationId="{A60DEB16-9D44-ED48-B3D9-5829A7CCFC8C}"/>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30" creationId="{C2A50B01-5C2B-1C2E-C7E7-5BEA207AC1A5}"/>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31" creationId="{BE25C27C-76D7-6409-FC37-04D682B1E07E}"/>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32" creationId="{6059C580-7B76-2EEE-64C1-514FEB7299C1}"/>
          </ac:graphicFrameMkLst>
        </pc:graphicFrameChg>
        <pc:graphicFrameChg chg="add del mod modGraphic">
          <ac:chgData name="Shoshana Bornstein" userId="f554c3c9-fe37-4002-839e-f8c6431ec2da" providerId="ADAL" clId="{4DB5F164-7651-DD40-AC9E-883133A5A61B}" dt="2022-11-28T23:56:08.919" v="7842" actId="165"/>
          <ac:graphicFrameMkLst>
            <pc:docMk/>
            <pc:sldMk cId="10680486" sldId="257"/>
            <ac:graphicFrameMk id="33" creationId="{F2215B84-F37D-AA8D-1EA0-F9D90CE2EED9}"/>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35" creationId="{0242C3AA-1F63-16EE-BB79-6083114C2A09}"/>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36" creationId="{ED2BE52B-372A-F762-A28B-5942081BE69B}"/>
          </ac:graphicFrameMkLst>
        </pc:graphicFrameChg>
        <pc:graphicFrameChg chg="mod">
          <ac:chgData name="Shoshana Bornstein" userId="f554c3c9-fe37-4002-839e-f8c6431ec2da" providerId="ADAL" clId="{4DB5F164-7651-DD40-AC9E-883133A5A61B}" dt="2022-11-29T23:18:26.495" v="8027"/>
          <ac:graphicFrameMkLst>
            <pc:docMk/>
            <pc:sldMk cId="10680486" sldId="257"/>
            <ac:graphicFrameMk id="37" creationId="{237243A8-81CC-14E1-7B2A-A45A0D2D0901}"/>
          </ac:graphicFrameMkLst>
        </pc:graphicFrameChg>
        <pc:picChg chg="add mod">
          <ac:chgData name="Shoshana Bornstein" userId="f554c3c9-fe37-4002-839e-f8c6431ec2da" providerId="ADAL" clId="{4DB5F164-7651-DD40-AC9E-883133A5A61B}" dt="2022-11-04T02:43:45.427" v="267"/>
          <ac:picMkLst>
            <pc:docMk/>
            <pc:sldMk cId="10680486" sldId="257"/>
            <ac:picMk id="17" creationId="{4950A2C6-6732-A8DD-A857-D04BD6C106E4}"/>
          </ac:picMkLst>
        </pc:picChg>
        <pc:picChg chg="add mod">
          <ac:chgData name="Shoshana Bornstein" userId="f554c3c9-fe37-4002-839e-f8c6431ec2da" providerId="ADAL" clId="{4DB5F164-7651-DD40-AC9E-883133A5A61B}" dt="2022-11-04T02:44:10.087" v="271" actId="1076"/>
          <ac:picMkLst>
            <pc:docMk/>
            <pc:sldMk cId="10680486" sldId="257"/>
            <ac:picMk id="19" creationId="{400515AB-DD71-8AD4-BE90-1A7C3E2A4C7B}"/>
          </ac:picMkLst>
        </pc:picChg>
        <pc:picChg chg="add del mod topLvl">
          <ac:chgData name="Shoshana Bornstein" userId="f554c3c9-fe37-4002-839e-f8c6431ec2da" providerId="ADAL" clId="{4DB5F164-7651-DD40-AC9E-883133A5A61B}" dt="2022-11-28T23:58:56.465" v="7858" actId="478"/>
          <ac:picMkLst>
            <pc:docMk/>
            <pc:sldMk cId="10680486" sldId="257"/>
            <ac:picMk id="36" creationId="{CC30E698-4368-D0BA-975B-C5192A29371D}"/>
          </ac:picMkLst>
        </pc:picChg>
        <pc:picChg chg="add del mod">
          <ac:chgData name="Shoshana Bornstein" userId="f554c3c9-fe37-4002-839e-f8c6431ec2da" providerId="ADAL" clId="{4DB5F164-7651-DD40-AC9E-883133A5A61B}" dt="2022-11-28T23:55:26.562" v="7838" actId="478"/>
          <ac:picMkLst>
            <pc:docMk/>
            <pc:sldMk cId="10680486" sldId="257"/>
            <ac:picMk id="37" creationId="{C084444E-B940-6DB5-59D4-7E8916FAF741}"/>
          </ac:picMkLst>
        </pc:picChg>
        <pc:picChg chg="add mod topLvl">
          <ac:chgData name="Shoshana Bornstein" userId="f554c3c9-fe37-4002-839e-f8c6431ec2da" providerId="ADAL" clId="{4DB5F164-7651-DD40-AC9E-883133A5A61B}" dt="2022-11-28T23:56:08.919" v="7842" actId="165"/>
          <ac:picMkLst>
            <pc:docMk/>
            <pc:sldMk cId="10680486" sldId="257"/>
            <ac:picMk id="38" creationId="{DB07A12C-5855-59B5-0A05-AE649AAFD7F0}"/>
          </ac:picMkLst>
        </pc:picChg>
        <pc:picChg chg="add mod topLvl">
          <ac:chgData name="Shoshana Bornstein" userId="f554c3c9-fe37-4002-839e-f8c6431ec2da" providerId="ADAL" clId="{4DB5F164-7651-DD40-AC9E-883133A5A61B}" dt="2022-11-28T23:56:08.919" v="7842" actId="165"/>
          <ac:picMkLst>
            <pc:docMk/>
            <pc:sldMk cId="10680486" sldId="257"/>
            <ac:picMk id="39" creationId="{29542930-CA95-4F80-A36B-0601CC123F6D}"/>
          </ac:picMkLst>
        </pc:picChg>
        <pc:picChg chg="add mod topLvl">
          <ac:chgData name="Shoshana Bornstein" userId="f554c3c9-fe37-4002-839e-f8c6431ec2da" providerId="ADAL" clId="{4DB5F164-7651-DD40-AC9E-883133A5A61B}" dt="2022-11-28T23:56:08.919" v="7842" actId="165"/>
          <ac:picMkLst>
            <pc:docMk/>
            <pc:sldMk cId="10680486" sldId="257"/>
            <ac:picMk id="40" creationId="{36A5C687-4564-FFAD-DEF0-301B818055C8}"/>
          </ac:picMkLst>
        </pc:picChg>
        <pc:picChg chg="add mod topLvl">
          <ac:chgData name="Shoshana Bornstein" userId="f554c3c9-fe37-4002-839e-f8c6431ec2da" providerId="ADAL" clId="{4DB5F164-7651-DD40-AC9E-883133A5A61B}" dt="2022-11-28T23:56:08.919" v="7842" actId="165"/>
          <ac:picMkLst>
            <pc:docMk/>
            <pc:sldMk cId="10680486" sldId="257"/>
            <ac:picMk id="41" creationId="{7BA526C6-C93F-C8C6-2066-980A549DD044}"/>
          </ac:picMkLst>
        </pc:picChg>
        <pc:picChg chg="add mod topLvl">
          <ac:chgData name="Shoshana Bornstein" userId="f554c3c9-fe37-4002-839e-f8c6431ec2da" providerId="ADAL" clId="{4DB5F164-7651-DD40-AC9E-883133A5A61B}" dt="2022-11-28T23:56:08.919" v="7842" actId="165"/>
          <ac:picMkLst>
            <pc:docMk/>
            <pc:sldMk cId="10680486" sldId="257"/>
            <ac:picMk id="42" creationId="{155144E4-A483-10B2-0A7B-D5EAB29C6647}"/>
          </ac:picMkLst>
        </pc:picChg>
        <pc:picChg chg="add mod topLvl">
          <ac:chgData name="Shoshana Bornstein" userId="f554c3c9-fe37-4002-839e-f8c6431ec2da" providerId="ADAL" clId="{4DB5F164-7651-DD40-AC9E-883133A5A61B}" dt="2022-11-28T23:56:08.919" v="7842" actId="165"/>
          <ac:picMkLst>
            <pc:docMk/>
            <pc:sldMk cId="10680486" sldId="257"/>
            <ac:picMk id="43" creationId="{8E2FF69D-03A5-4295-9710-100BA804C1B6}"/>
          </ac:picMkLst>
        </pc:picChg>
        <pc:picChg chg="add mod topLvl">
          <ac:chgData name="Shoshana Bornstein" userId="f554c3c9-fe37-4002-839e-f8c6431ec2da" providerId="ADAL" clId="{4DB5F164-7651-DD40-AC9E-883133A5A61B}" dt="2022-11-28T23:56:08.919" v="7842" actId="165"/>
          <ac:picMkLst>
            <pc:docMk/>
            <pc:sldMk cId="10680486" sldId="257"/>
            <ac:picMk id="44" creationId="{7B8E88CE-4627-A001-86A5-D4DC25538116}"/>
          </ac:picMkLst>
        </pc:picChg>
        <pc:picChg chg="add del mod">
          <ac:chgData name="Shoshana Bornstein" userId="f554c3c9-fe37-4002-839e-f8c6431ec2da" providerId="ADAL" clId="{4DB5F164-7651-DD40-AC9E-883133A5A61B}" dt="2022-11-28T23:48:43.991" v="7802" actId="478"/>
          <ac:picMkLst>
            <pc:docMk/>
            <pc:sldMk cId="10680486" sldId="257"/>
            <ac:picMk id="45" creationId="{56F947CE-B263-D63E-D2F0-068FF24FC168}"/>
          </ac:picMkLst>
        </pc:picChg>
        <pc:picChg chg="add mod topLvl">
          <ac:chgData name="Shoshana Bornstein" userId="f554c3c9-fe37-4002-839e-f8c6431ec2da" providerId="ADAL" clId="{4DB5F164-7651-DD40-AC9E-883133A5A61B}" dt="2022-11-29T00:05:44.734" v="7891"/>
          <ac:picMkLst>
            <pc:docMk/>
            <pc:sldMk cId="10680486" sldId="257"/>
            <ac:picMk id="46" creationId="{98622932-6E66-DDD4-1848-2B91E45929ED}"/>
          </ac:picMkLst>
        </pc:picChg>
        <pc:picChg chg="add mod">
          <ac:chgData name="Shoshana Bornstein" userId="f554c3c9-fe37-4002-839e-f8c6431ec2da" providerId="ADAL" clId="{4DB5F164-7651-DD40-AC9E-883133A5A61B}" dt="2022-11-28T23:59:01.310" v="7859" actId="1076"/>
          <ac:picMkLst>
            <pc:docMk/>
            <pc:sldMk cId="10680486" sldId="257"/>
            <ac:picMk id="48" creationId="{56E359D7-3643-9B11-994C-10110D804201}"/>
          </ac:picMkLst>
        </pc:picChg>
      </pc:sldChg>
      <pc:sldChg chg="addSp delSp modSp new mod modTransition setBg modAnim modNotesTx">
        <pc:chgData name="Shoshana Bornstein" userId="f554c3c9-fe37-4002-839e-f8c6431ec2da" providerId="ADAL" clId="{4DB5F164-7651-DD40-AC9E-883133A5A61B}" dt="2022-12-07T01:50:48.825" v="8909" actId="5793"/>
        <pc:sldMkLst>
          <pc:docMk/>
          <pc:sldMk cId="1610193975" sldId="258"/>
        </pc:sldMkLst>
        <pc:spChg chg="add del mod ord">
          <ac:chgData name="Shoshana Bornstein" userId="f554c3c9-fe37-4002-839e-f8c6431ec2da" providerId="ADAL" clId="{4DB5F164-7651-DD40-AC9E-883133A5A61B}" dt="2022-12-07T00:33:19.536" v="8465" actId="478"/>
          <ac:spMkLst>
            <pc:docMk/>
            <pc:sldMk cId="1610193975" sldId="258"/>
            <ac:spMk id="2" creationId="{913F7EF4-7EB0-229E-14EA-BFD73045B4FB}"/>
          </ac:spMkLst>
        </pc:spChg>
        <pc:spChg chg="add mod">
          <ac:chgData name="Shoshana Bornstein" userId="f554c3c9-fe37-4002-839e-f8c6431ec2da" providerId="ADAL" clId="{4DB5F164-7651-DD40-AC9E-883133A5A61B}" dt="2022-11-25T00:34:46.193" v="4800" actId="114"/>
          <ac:spMkLst>
            <pc:docMk/>
            <pc:sldMk cId="1610193975" sldId="258"/>
            <ac:spMk id="3" creationId="{533289ED-53F7-C223-5697-7D35DA3B46F3}"/>
          </ac:spMkLst>
        </pc:spChg>
        <pc:spChg chg="add mod">
          <ac:chgData name="Shoshana Bornstein" userId="f554c3c9-fe37-4002-839e-f8c6431ec2da" providerId="ADAL" clId="{4DB5F164-7651-DD40-AC9E-883133A5A61B}" dt="2022-11-25T02:53:52.080" v="4906" actId="1076"/>
          <ac:spMkLst>
            <pc:docMk/>
            <pc:sldMk cId="1610193975" sldId="258"/>
            <ac:spMk id="4" creationId="{8E46A6B7-8D05-3FCA-737E-46C182313C7D}"/>
          </ac:spMkLst>
        </pc:spChg>
        <pc:spChg chg="add del mod">
          <ac:chgData name="Shoshana Bornstein" userId="f554c3c9-fe37-4002-839e-f8c6431ec2da" providerId="ADAL" clId="{4DB5F164-7651-DD40-AC9E-883133A5A61B}" dt="2022-11-25T00:29:35.468" v="4791" actId="478"/>
          <ac:spMkLst>
            <pc:docMk/>
            <pc:sldMk cId="1610193975" sldId="258"/>
            <ac:spMk id="5" creationId="{061F94FD-3D72-6E2B-D803-22F30F68FA51}"/>
          </ac:spMkLst>
        </pc:spChg>
        <pc:spChg chg="add del mod">
          <ac:chgData name="Shoshana Bornstein" userId="f554c3c9-fe37-4002-839e-f8c6431ec2da" providerId="ADAL" clId="{4DB5F164-7651-DD40-AC9E-883133A5A61B}" dt="2022-11-25T03:02:27.652" v="4995"/>
          <ac:spMkLst>
            <pc:docMk/>
            <pc:sldMk cId="1610193975" sldId="258"/>
            <ac:spMk id="6" creationId="{11A25F46-A5BA-F7B2-09AC-B07A74DCB5D0}"/>
          </ac:spMkLst>
        </pc:spChg>
        <pc:spChg chg="add del mod">
          <ac:chgData name="Shoshana Bornstein" userId="f554c3c9-fe37-4002-839e-f8c6431ec2da" providerId="ADAL" clId="{4DB5F164-7651-DD40-AC9E-883133A5A61B}" dt="2022-11-25T03:03:31.469" v="5071"/>
          <ac:spMkLst>
            <pc:docMk/>
            <pc:sldMk cId="1610193975" sldId="258"/>
            <ac:spMk id="7" creationId="{343CEEB2-180B-A007-77A4-F113BAF57877}"/>
          </ac:spMkLst>
        </pc:spChg>
        <pc:spChg chg="add mod">
          <ac:chgData name="Shoshana Bornstein" userId="f554c3c9-fe37-4002-839e-f8c6431ec2da" providerId="ADAL" clId="{4DB5F164-7651-DD40-AC9E-883133A5A61B}" dt="2022-12-07T01:50:48.825" v="8909" actId="5793"/>
          <ac:spMkLst>
            <pc:docMk/>
            <pc:sldMk cId="1610193975" sldId="258"/>
            <ac:spMk id="8" creationId="{1F488DF5-7732-BB7D-650A-8DABB6781A33}"/>
          </ac:spMkLst>
        </pc:spChg>
        <pc:picChg chg="add del mod">
          <ac:chgData name="Shoshana Bornstein" userId="f554c3c9-fe37-4002-839e-f8c6431ec2da" providerId="ADAL" clId="{4DB5F164-7651-DD40-AC9E-883133A5A61B}" dt="2022-12-07T00:38:00.588" v="8482"/>
          <ac:picMkLst>
            <pc:docMk/>
            <pc:sldMk cId="1610193975" sldId="258"/>
            <ac:picMk id="2" creationId="{3B208CFE-6B01-4A30-98EE-4ED4DEC6F398}"/>
          </ac:picMkLst>
        </pc:picChg>
        <pc:picChg chg="add del mod">
          <ac:chgData name="Shoshana Bornstein" userId="f554c3c9-fe37-4002-839e-f8c6431ec2da" providerId="ADAL" clId="{4DB5F164-7651-DD40-AC9E-883133A5A61B}" dt="2022-11-22T20:49:28.334" v="723" actId="34307"/>
          <ac:picMkLst>
            <pc:docMk/>
            <pc:sldMk cId="1610193975" sldId="258"/>
            <ac:picMk id="3" creationId="{6CA8F963-BBCC-FCF8-8F09-BA778B833FF2}"/>
          </ac:picMkLst>
        </pc:picChg>
        <pc:picChg chg="add del mod">
          <ac:chgData name="Shoshana Bornstein" userId="f554c3c9-fe37-4002-839e-f8c6431ec2da" providerId="ADAL" clId="{4DB5F164-7651-DD40-AC9E-883133A5A61B}" dt="2022-11-24T04:14:57.342" v="3050" actId="478"/>
          <ac:picMkLst>
            <pc:docMk/>
            <pc:sldMk cId="1610193975" sldId="258"/>
            <ac:picMk id="4" creationId="{6294ED69-3E28-A0F5-97C6-F4453BEA6FBF}"/>
          </ac:picMkLst>
        </pc:picChg>
        <pc:picChg chg="add del mod">
          <ac:chgData name="Shoshana Bornstein" userId="f554c3c9-fe37-4002-839e-f8c6431ec2da" providerId="ADAL" clId="{4DB5F164-7651-DD40-AC9E-883133A5A61B}" dt="2022-12-07T00:40:11.270" v="8484"/>
          <ac:picMkLst>
            <pc:docMk/>
            <pc:sldMk cId="1610193975" sldId="258"/>
            <ac:picMk id="5" creationId="{75AE7A8F-3F34-1D52-4F49-6C09E4E1A343}"/>
          </ac:picMkLst>
        </pc:picChg>
        <pc:picChg chg="add del mod modCrop">
          <ac:chgData name="Shoshana Bornstein" userId="f554c3c9-fe37-4002-839e-f8c6431ec2da" providerId="ADAL" clId="{4DB5F164-7651-DD40-AC9E-883133A5A61B}" dt="2022-11-22T20:50:38.372" v="738" actId="478"/>
          <ac:picMkLst>
            <pc:docMk/>
            <pc:sldMk cId="1610193975" sldId="258"/>
            <ac:picMk id="5" creationId="{DE5BA03E-B2D5-191A-4C44-9452F981CC42}"/>
          </ac:picMkLst>
        </pc:picChg>
        <pc:picChg chg="add mod">
          <ac:chgData name="Shoshana Bornstein" userId="f554c3c9-fe37-4002-839e-f8c6431ec2da" providerId="ADAL" clId="{4DB5F164-7651-DD40-AC9E-883133A5A61B}" dt="2022-12-07T00:41:30.089" v="8485"/>
          <ac:picMkLst>
            <pc:docMk/>
            <pc:sldMk cId="1610193975" sldId="258"/>
            <ac:picMk id="6" creationId="{8CACEB35-ED4C-6F1A-8750-FE5B434721E3}"/>
          </ac:picMkLst>
        </pc:picChg>
        <pc:picChg chg="add del mod modCrop">
          <ac:chgData name="Shoshana Bornstein" userId="f554c3c9-fe37-4002-839e-f8c6431ec2da" providerId="ADAL" clId="{4DB5F164-7651-DD40-AC9E-883133A5A61B}" dt="2022-11-24T04:19:12.649" v="3100" actId="478"/>
          <ac:picMkLst>
            <pc:docMk/>
            <pc:sldMk cId="1610193975" sldId="258"/>
            <ac:picMk id="7" creationId="{A5C7F038-2ECD-F8E4-5F30-BEF5D5177234}"/>
          </ac:picMkLst>
        </pc:picChg>
        <pc:picChg chg="add mod">
          <ac:chgData name="Shoshana Bornstein" userId="f554c3c9-fe37-4002-839e-f8c6431ec2da" providerId="ADAL" clId="{4DB5F164-7651-DD40-AC9E-883133A5A61B}" dt="2022-11-25T00:15:01.635" v="4379" actId="1076"/>
          <ac:picMkLst>
            <pc:docMk/>
            <pc:sldMk cId="1610193975" sldId="258"/>
            <ac:picMk id="9" creationId="{5747423C-103D-CBD2-AC90-5FAA64D1CA47}"/>
          </ac:picMkLst>
        </pc:picChg>
      </pc:sldChg>
      <pc:sldChg chg="addSp delSp modSp new mod modTransition modAnim modNotesTx">
        <pc:chgData name="Shoshana Bornstein" userId="f554c3c9-fe37-4002-839e-f8c6431ec2da" providerId="ADAL" clId="{4DB5F164-7651-DD40-AC9E-883133A5A61B}" dt="2022-12-09T00:57:16.846" v="9030" actId="20577"/>
        <pc:sldMkLst>
          <pc:docMk/>
          <pc:sldMk cId="4125931584" sldId="259"/>
        </pc:sldMkLst>
        <pc:spChg chg="add del mod">
          <ac:chgData name="Shoshana Bornstein" userId="f554c3c9-fe37-4002-839e-f8c6431ec2da" providerId="ADAL" clId="{4DB5F164-7651-DD40-AC9E-883133A5A61B}" dt="2022-11-21T03:41:25.654" v="580"/>
          <ac:spMkLst>
            <pc:docMk/>
            <pc:sldMk cId="4125931584" sldId="259"/>
            <ac:spMk id="2" creationId="{EEA9D9C5-FD71-037A-2FD9-C98B543F42D5}"/>
          </ac:spMkLst>
        </pc:spChg>
        <pc:spChg chg="add del mod">
          <ac:chgData name="Shoshana Bornstein" userId="f554c3c9-fe37-4002-839e-f8c6431ec2da" providerId="ADAL" clId="{4DB5F164-7651-DD40-AC9E-883133A5A61B}" dt="2022-11-25T03:09:33.858" v="5733" actId="478"/>
          <ac:spMkLst>
            <pc:docMk/>
            <pc:sldMk cId="4125931584" sldId="259"/>
            <ac:spMk id="3" creationId="{78A88BC6-120A-8BC7-98B2-0BDFF4D3A095}"/>
          </ac:spMkLst>
        </pc:spChg>
        <pc:spChg chg="add mod">
          <ac:chgData name="Shoshana Bornstein" userId="f554c3c9-fe37-4002-839e-f8c6431ec2da" providerId="ADAL" clId="{4DB5F164-7651-DD40-AC9E-883133A5A61B}" dt="2022-11-25T03:12:38.145" v="5957" actId="120"/>
          <ac:spMkLst>
            <pc:docMk/>
            <pc:sldMk cId="4125931584" sldId="259"/>
            <ac:spMk id="4" creationId="{7BE1D3F6-6516-2252-44B9-48DEF7BC82C0}"/>
          </ac:spMkLst>
        </pc:spChg>
        <pc:spChg chg="add mod">
          <ac:chgData name="Shoshana Bornstein" userId="f554c3c9-fe37-4002-839e-f8c6431ec2da" providerId="ADAL" clId="{4DB5F164-7651-DD40-AC9E-883133A5A61B}" dt="2022-12-09T00:57:03.406" v="9022" actId="20577"/>
          <ac:spMkLst>
            <pc:docMk/>
            <pc:sldMk cId="4125931584" sldId="259"/>
            <ac:spMk id="6" creationId="{B7DD7728-7EE5-483E-296C-12F0BE5F05CD}"/>
          </ac:spMkLst>
        </pc:spChg>
        <pc:spChg chg="add mod">
          <ac:chgData name="Shoshana Bornstein" userId="f554c3c9-fe37-4002-839e-f8c6431ec2da" providerId="ADAL" clId="{4DB5F164-7651-DD40-AC9E-883133A5A61B}" dt="2022-11-25T03:18:07.309" v="6322" actId="1076"/>
          <ac:spMkLst>
            <pc:docMk/>
            <pc:sldMk cId="4125931584" sldId="259"/>
            <ac:spMk id="7" creationId="{C6FC6024-64BB-C8D6-11D1-1E245002C250}"/>
          </ac:spMkLst>
        </pc:spChg>
        <pc:spChg chg="add mod">
          <ac:chgData name="Shoshana Bornstein" userId="f554c3c9-fe37-4002-839e-f8c6431ec2da" providerId="ADAL" clId="{4DB5F164-7651-DD40-AC9E-883133A5A61B}" dt="2022-12-09T00:57:16.846" v="9030" actId="20577"/>
          <ac:spMkLst>
            <pc:docMk/>
            <pc:sldMk cId="4125931584" sldId="259"/>
            <ac:spMk id="8" creationId="{1E86A6D2-F524-9B20-9EB0-A3213C8A9045}"/>
          </ac:spMkLst>
        </pc:spChg>
        <pc:picChg chg="add mod">
          <ac:chgData name="Shoshana Bornstein" userId="f554c3c9-fe37-4002-839e-f8c6431ec2da" providerId="ADAL" clId="{4DB5F164-7651-DD40-AC9E-883133A5A61B}" dt="2022-11-25T00:04:08.084" v="4275" actId="1076"/>
          <ac:picMkLst>
            <pc:docMk/>
            <pc:sldMk cId="4125931584" sldId="259"/>
            <ac:picMk id="2" creationId="{697CF416-1188-BAAD-8704-13BD48FE334A}"/>
          </ac:picMkLst>
        </pc:picChg>
        <pc:picChg chg="add del mod">
          <ac:chgData name="Shoshana Bornstein" userId="f554c3c9-fe37-4002-839e-f8c6431ec2da" providerId="ADAL" clId="{4DB5F164-7651-DD40-AC9E-883133A5A61B}" dt="2022-12-07T00:43:15.520" v="8487"/>
          <ac:picMkLst>
            <pc:docMk/>
            <pc:sldMk cId="4125931584" sldId="259"/>
            <ac:picMk id="3" creationId="{EDCE0585-5F9A-E37B-DEDF-F79F7606B56E}"/>
          </ac:picMkLst>
        </pc:picChg>
        <pc:picChg chg="add mod modCrop">
          <ac:chgData name="Shoshana Bornstein" userId="f554c3c9-fe37-4002-839e-f8c6431ec2da" providerId="ADAL" clId="{4DB5F164-7651-DD40-AC9E-883133A5A61B}" dt="2022-11-25T00:04:12.583" v="4277" actId="14100"/>
          <ac:picMkLst>
            <pc:docMk/>
            <pc:sldMk cId="4125931584" sldId="259"/>
            <ac:picMk id="5" creationId="{6BB5A91E-7932-8B26-7348-F6C8C1F91529}"/>
          </ac:picMkLst>
        </pc:picChg>
        <pc:picChg chg="add del mod">
          <ac:chgData name="Shoshana Bornstein" userId="f554c3c9-fe37-4002-839e-f8c6431ec2da" providerId="ADAL" clId="{4DB5F164-7651-DD40-AC9E-883133A5A61B}" dt="2022-12-07T00:43:51.974" v="8492"/>
          <ac:picMkLst>
            <pc:docMk/>
            <pc:sldMk cId="4125931584" sldId="259"/>
            <ac:picMk id="9" creationId="{A0ACBEE1-8387-0DE5-A290-4481C9A58C71}"/>
          </ac:picMkLst>
        </pc:picChg>
        <pc:picChg chg="add del mod">
          <ac:chgData name="Shoshana Bornstein" userId="f554c3c9-fe37-4002-839e-f8c6431ec2da" providerId="ADAL" clId="{4DB5F164-7651-DD40-AC9E-883133A5A61B}" dt="2022-12-07T00:45:09.387" v="8494"/>
          <ac:picMkLst>
            <pc:docMk/>
            <pc:sldMk cId="4125931584" sldId="259"/>
            <ac:picMk id="10" creationId="{A4641829-A207-69A8-D1D7-A31FF6DBED4B}"/>
          </ac:picMkLst>
        </pc:picChg>
        <pc:picChg chg="add del mod">
          <ac:chgData name="Shoshana Bornstein" userId="f554c3c9-fe37-4002-839e-f8c6431ec2da" providerId="ADAL" clId="{4DB5F164-7651-DD40-AC9E-883133A5A61B}" dt="2022-12-07T00:47:37.690" v="8501"/>
          <ac:picMkLst>
            <pc:docMk/>
            <pc:sldMk cId="4125931584" sldId="259"/>
            <ac:picMk id="11" creationId="{B1F547B6-6256-2860-900D-E66BEBAB465F}"/>
          </ac:picMkLst>
        </pc:picChg>
        <pc:picChg chg="add del mod">
          <ac:chgData name="Shoshana Bornstein" userId="f554c3c9-fe37-4002-839e-f8c6431ec2da" providerId="ADAL" clId="{4DB5F164-7651-DD40-AC9E-883133A5A61B}" dt="2022-12-07T00:48:11.421" v="8507"/>
          <ac:picMkLst>
            <pc:docMk/>
            <pc:sldMk cId="4125931584" sldId="259"/>
            <ac:picMk id="12" creationId="{63C4B3D5-FCED-49C6-3671-BFBB6462F0D7}"/>
          </ac:picMkLst>
        </pc:picChg>
        <pc:picChg chg="add del mod">
          <ac:chgData name="Shoshana Bornstein" userId="f554c3c9-fe37-4002-839e-f8c6431ec2da" providerId="ADAL" clId="{4DB5F164-7651-DD40-AC9E-883133A5A61B}" dt="2022-12-07T00:50:03.906" v="8509"/>
          <ac:picMkLst>
            <pc:docMk/>
            <pc:sldMk cId="4125931584" sldId="259"/>
            <ac:picMk id="13" creationId="{B80018A4-5269-B15E-48E4-D438A90B26CF}"/>
          </ac:picMkLst>
        </pc:picChg>
        <pc:picChg chg="add mod">
          <ac:chgData name="Shoshana Bornstein" userId="f554c3c9-fe37-4002-839e-f8c6431ec2da" providerId="ADAL" clId="{4DB5F164-7651-DD40-AC9E-883133A5A61B}" dt="2022-12-07T00:51:47.975" v="8510"/>
          <ac:picMkLst>
            <pc:docMk/>
            <pc:sldMk cId="4125931584" sldId="259"/>
            <ac:picMk id="14" creationId="{1D390590-F049-72A7-D43C-0797B62A46E3}"/>
          </ac:picMkLst>
        </pc:picChg>
      </pc:sldChg>
      <pc:sldChg chg="addSp delSp modSp new mod ord modTransition setBg modNotesTx">
        <pc:chgData name="Shoshana Bornstein" userId="f554c3c9-fe37-4002-839e-f8c6431ec2da" providerId="ADAL" clId="{4DB5F164-7651-DD40-AC9E-883133A5A61B}" dt="2022-12-07T01:50:08.957" v="8886"/>
        <pc:sldMkLst>
          <pc:docMk/>
          <pc:sldMk cId="2652548690" sldId="260"/>
        </pc:sldMkLst>
        <pc:spChg chg="add del mod">
          <ac:chgData name="Shoshana Bornstein" userId="f554c3c9-fe37-4002-839e-f8c6431ec2da" providerId="ADAL" clId="{4DB5F164-7651-DD40-AC9E-883133A5A61B}" dt="2022-11-23T03:28:06.222" v="1556"/>
          <ac:spMkLst>
            <pc:docMk/>
            <pc:sldMk cId="2652548690" sldId="260"/>
            <ac:spMk id="2" creationId="{6FB079A2-59A4-D960-4BBE-94F258F63354}"/>
          </ac:spMkLst>
        </pc:spChg>
        <pc:spChg chg="add del mod">
          <ac:chgData name="Shoshana Bornstein" userId="f554c3c9-fe37-4002-839e-f8c6431ec2da" providerId="ADAL" clId="{4DB5F164-7651-DD40-AC9E-883133A5A61B}" dt="2022-11-25T03:46:16.704" v="7672" actId="478"/>
          <ac:spMkLst>
            <pc:docMk/>
            <pc:sldMk cId="2652548690" sldId="260"/>
            <ac:spMk id="2" creationId="{D6D015B4-81E8-9CCB-F719-CA9045F6E7C8}"/>
          </ac:spMkLst>
        </pc:spChg>
        <pc:spChg chg="add mod">
          <ac:chgData name="Shoshana Bornstein" userId="f554c3c9-fe37-4002-839e-f8c6431ec2da" providerId="ADAL" clId="{4DB5F164-7651-DD40-AC9E-883133A5A61B}" dt="2022-11-25T03:47:45.020" v="7707" actId="20577"/>
          <ac:spMkLst>
            <pc:docMk/>
            <pc:sldMk cId="2652548690" sldId="260"/>
            <ac:spMk id="4" creationId="{78C222C6-6494-29F1-E2C8-390426B64DB7}"/>
          </ac:spMkLst>
        </pc:spChg>
        <pc:spChg chg="add mod">
          <ac:chgData name="Shoshana Bornstein" userId="f554c3c9-fe37-4002-839e-f8c6431ec2da" providerId="ADAL" clId="{4DB5F164-7651-DD40-AC9E-883133A5A61B}" dt="2022-11-25T00:01:53.058" v="4256" actId="1076"/>
          <ac:spMkLst>
            <pc:docMk/>
            <pc:sldMk cId="2652548690" sldId="260"/>
            <ac:spMk id="5" creationId="{417E6B81-1624-08D7-6360-544A82A6C4F2}"/>
          </ac:spMkLst>
        </pc:spChg>
        <pc:picChg chg="add mod">
          <ac:chgData name="Shoshana Bornstein" userId="f554c3c9-fe37-4002-839e-f8c6431ec2da" providerId="ADAL" clId="{4DB5F164-7651-DD40-AC9E-883133A5A61B}" dt="2022-12-07T01:50:08.957" v="8886"/>
          <ac:picMkLst>
            <pc:docMk/>
            <pc:sldMk cId="2652548690" sldId="260"/>
            <ac:picMk id="2" creationId="{3D40DF94-067C-181F-113C-7F0916300D4E}"/>
          </ac:picMkLst>
        </pc:picChg>
      </pc:sldChg>
      <pc:sldChg chg="addSp delSp modSp new mod ord modTransition setBg modAnim modNotesTx">
        <pc:chgData name="Shoshana Bornstein" userId="f554c3c9-fe37-4002-839e-f8c6431ec2da" providerId="ADAL" clId="{4DB5F164-7651-DD40-AC9E-883133A5A61B}" dt="2022-12-09T01:01:26.652" v="9115" actId="14100"/>
        <pc:sldMkLst>
          <pc:docMk/>
          <pc:sldMk cId="2914532520" sldId="261"/>
        </pc:sldMkLst>
        <pc:spChg chg="add mod">
          <ac:chgData name="Shoshana Bornstein" userId="f554c3c9-fe37-4002-839e-f8c6431ec2da" providerId="ADAL" clId="{4DB5F164-7651-DD40-AC9E-883133A5A61B}" dt="2022-11-24T21:30:12.893" v="3154" actId="1076"/>
          <ac:spMkLst>
            <pc:docMk/>
            <pc:sldMk cId="2914532520" sldId="261"/>
            <ac:spMk id="2" creationId="{75B7D8C9-26D3-1E78-3A95-39514B27A04A}"/>
          </ac:spMkLst>
        </pc:spChg>
        <pc:spChg chg="add mod">
          <ac:chgData name="Shoshana Bornstein" userId="f554c3c9-fe37-4002-839e-f8c6431ec2da" providerId="ADAL" clId="{4DB5F164-7651-DD40-AC9E-883133A5A61B}" dt="2022-11-25T00:17:26.472" v="4400" actId="1076"/>
          <ac:spMkLst>
            <pc:docMk/>
            <pc:sldMk cId="2914532520" sldId="261"/>
            <ac:spMk id="3" creationId="{CE8B68A1-5C48-8C58-2C65-C6787EFB84D7}"/>
          </ac:spMkLst>
        </pc:spChg>
        <pc:spChg chg="add mod">
          <ac:chgData name="Shoshana Bornstein" userId="f554c3c9-fe37-4002-839e-f8c6431ec2da" providerId="ADAL" clId="{4DB5F164-7651-DD40-AC9E-883133A5A61B}" dt="2022-11-25T00:34:30.846" v="4799" actId="114"/>
          <ac:spMkLst>
            <pc:docMk/>
            <pc:sldMk cId="2914532520" sldId="261"/>
            <ac:spMk id="5" creationId="{42805171-D42E-5692-3646-929043551E99}"/>
          </ac:spMkLst>
        </pc:spChg>
        <pc:spChg chg="add mod">
          <ac:chgData name="Shoshana Bornstein" userId="f554c3c9-fe37-4002-839e-f8c6431ec2da" providerId="ADAL" clId="{4DB5F164-7651-DD40-AC9E-883133A5A61B}" dt="2022-11-25T00:35:14.212" v="4802" actId="114"/>
          <ac:spMkLst>
            <pc:docMk/>
            <pc:sldMk cId="2914532520" sldId="261"/>
            <ac:spMk id="7" creationId="{ECF5DBA1-00AC-867A-2CA6-34C3BA81BFFB}"/>
          </ac:spMkLst>
        </pc:spChg>
        <pc:spChg chg="add del mod">
          <ac:chgData name="Shoshana Bornstein" userId="f554c3c9-fe37-4002-839e-f8c6431ec2da" providerId="ADAL" clId="{4DB5F164-7651-DD40-AC9E-883133A5A61B}" dt="2022-11-24T03:44:13.389" v="2401" actId="478"/>
          <ac:spMkLst>
            <pc:docMk/>
            <pc:sldMk cId="2914532520" sldId="261"/>
            <ac:spMk id="9" creationId="{0B2656C4-862A-647A-71F4-5CB37064898C}"/>
          </ac:spMkLst>
        </pc:spChg>
        <pc:spChg chg="add mod">
          <ac:chgData name="Shoshana Bornstein" userId="f554c3c9-fe37-4002-839e-f8c6431ec2da" providerId="ADAL" clId="{4DB5F164-7651-DD40-AC9E-883133A5A61B}" dt="2022-11-25T03:43:36.685" v="7644" actId="114"/>
          <ac:spMkLst>
            <pc:docMk/>
            <pc:sldMk cId="2914532520" sldId="261"/>
            <ac:spMk id="9" creationId="{BA3BDD9A-FE62-9F4A-D656-765E4E5E6BCE}"/>
          </ac:spMkLst>
        </pc:spChg>
        <pc:spChg chg="add del mod">
          <ac:chgData name="Shoshana Bornstein" userId="f554c3c9-fe37-4002-839e-f8c6431ec2da" providerId="ADAL" clId="{4DB5F164-7651-DD40-AC9E-883133A5A61B}" dt="2022-11-24T03:41:19.552" v="2347" actId="478"/>
          <ac:spMkLst>
            <pc:docMk/>
            <pc:sldMk cId="2914532520" sldId="261"/>
            <ac:spMk id="10" creationId="{B12057FE-4170-4DC9-C8D2-CB015CA35954}"/>
          </ac:spMkLst>
        </pc:spChg>
        <pc:spChg chg="add del mod">
          <ac:chgData name="Shoshana Bornstein" userId="f554c3c9-fe37-4002-839e-f8c6431ec2da" providerId="ADAL" clId="{4DB5F164-7651-DD40-AC9E-883133A5A61B}" dt="2022-11-24T03:41:12.243" v="2344" actId="478"/>
          <ac:spMkLst>
            <pc:docMk/>
            <pc:sldMk cId="2914532520" sldId="261"/>
            <ac:spMk id="11" creationId="{D9F40002-CBAF-E37E-592C-3A38F0025D42}"/>
          </ac:spMkLst>
        </pc:spChg>
        <pc:spChg chg="add del">
          <ac:chgData name="Shoshana Bornstein" userId="f554c3c9-fe37-4002-839e-f8c6431ec2da" providerId="ADAL" clId="{4DB5F164-7651-DD40-AC9E-883133A5A61B}" dt="2022-11-23T01:13:02.667" v="760" actId="26606"/>
          <ac:spMkLst>
            <pc:docMk/>
            <pc:sldMk cId="2914532520" sldId="261"/>
            <ac:spMk id="13" creationId="{6B5F0F39-CE44-4E7E-9C48-029B73288275}"/>
          </ac:spMkLst>
        </pc:spChg>
        <pc:spChg chg="add del mod">
          <ac:chgData name="Shoshana Bornstein" userId="f554c3c9-fe37-4002-839e-f8c6431ec2da" providerId="ADAL" clId="{4DB5F164-7651-DD40-AC9E-883133A5A61B}" dt="2022-11-24T03:44:09.557" v="2399" actId="767"/>
          <ac:spMkLst>
            <pc:docMk/>
            <pc:sldMk cId="2914532520" sldId="261"/>
            <ac:spMk id="14" creationId="{65FB47E7-727A-BB7D-13B7-CDBEFD4D8CB9}"/>
          </ac:spMkLst>
        </pc:spChg>
        <pc:spChg chg="add mod">
          <ac:chgData name="Shoshana Bornstein" userId="f554c3c9-fe37-4002-839e-f8c6431ec2da" providerId="ADAL" clId="{4DB5F164-7651-DD40-AC9E-883133A5A61B}" dt="2022-11-25T00:43:40.111" v="4835" actId="1076"/>
          <ac:spMkLst>
            <pc:docMk/>
            <pc:sldMk cId="2914532520" sldId="261"/>
            <ac:spMk id="15" creationId="{1ED77623-4A5D-59D9-58D4-499FD17565A1}"/>
          </ac:spMkLst>
        </pc:spChg>
        <pc:spChg chg="add del mod">
          <ac:chgData name="Shoshana Bornstein" userId="f554c3c9-fe37-4002-839e-f8c6431ec2da" providerId="ADAL" clId="{4DB5F164-7651-DD40-AC9E-883133A5A61B}" dt="2022-11-24T03:41:14.908" v="2346" actId="478"/>
          <ac:spMkLst>
            <pc:docMk/>
            <pc:sldMk cId="2914532520" sldId="261"/>
            <ac:spMk id="16" creationId="{B5887154-DE95-EC9D-E00E-5297BCA9AD21}"/>
          </ac:spMkLst>
        </pc:spChg>
        <pc:spChg chg="add mod">
          <ac:chgData name="Shoshana Bornstein" userId="f554c3c9-fe37-4002-839e-f8c6431ec2da" providerId="ADAL" clId="{4DB5F164-7651-DD40-AC9E-883133A5A61B}" dt="2022-11-25T00:42:41.010" v="4834" actId="1076"/>
          <ac:spMkLst>
            <pc:docMk/>
            <pc:sldMk cId="2914532520" sldId="261"/>
            <ac:spMk id="17" creationId="{263DBD06-B0E7-4920-94EE-99CDC3D87C39}"/>
          </ac:spMkLst>
        </pc:spChg>
        <pc:spChg chg="add">
          <ac:chgData name="Shoshana Bornstein" userId="f554c3c9-fe37-4002-839e-f8c6431ec2da" providerId="ADAL" clId="{4DB5F164-7651-DD40-AC9E-883133A5A61B}" dt="2022-11-23T01:13:02.667" v="760" actId="26606"/>
          <ac:spMkLst>
            <pc:docMk/>
            <pc:sldMk cId="2914532520" sldId="261"/>
            <ac:spMk id="18" creationId="{7C809178-18EC-4F14-82C0-293EC9D14BCB}"/>
          </ac:spMkLst>
        </pc:spChg>
        <pc:spChg chg="add del mod">
          <ac:chgData name="Shoshana Bornstein" userId="f554c3c9-fe37-4002-839e-f8c6431ec2da" providerId="ADAL" clId="{4DB5F164-7651-DD40-AC9E-883133A5A61B}" dt="2022-11-24T03:46:44.699" v="2509" actId="478"/>
          <ac:spMkLst>
            <pc:docMk/>
            <pc:sldMk cId="2914532520" sldId="261"/>
            <ac:spMk id="20" creationId="{F429E159-2438-D561-46CA-0D3B8DCD41D5}"/>
          </ac:spMkLst>
        </pc:spChg>
        <pc:spChg chg="add mod">
          <ac:chgData name="Shoshana Bornstein" userId="f554c3c9-fe37-4002-839e-f8c6431ec2da" providerId="ADAL" clId="{4DB5F164-7651-DD40-AC9E-883133A5A61B}" dt="2022-11-25T00:42:26.078" v="4833" actId="1076"/>
          <ac:spMkLst>
            <pc:docMk/>
            <pc:sldMk cId="2914532520" sldId="261"/>
            <ac:spMk id="24" creationId="{936B6930-F59A-E66D-FE12-D8663784E7A8}"/>
          </ac:spMkLst>
        </pc:spChg>
        <pc:spChg chg="add mod">
          <ac:chgData name="Shoshana Bornstein" userId="f554c3c9-fe37-4002-839e-f8c6431ec2da" providerId="ADAL" clId="{4DB5F164-7651-DD40-AC9E-883133A5A61B}" dt="2022-12-09T00:59:52.691" v="9106" actId="20577"/>
          <ac:spMkLst>
            <pc:docMk/>
            <pc:sldMk cId="2914532520" sldId="261"/>
            <ac:spMk id="26" creationId="{A0F2ED33-7EB6-5398-D513-8F5C034A4459}"/>
          </ac:spMkLst>
        </pc:spChg>
        <pc:picChg chg="add mod">
          <ac:chgData name="Shoshana Bornstein" userId="f554c3c9-fe37-4002-839e-f8c6431ec2da" providerId="ADAL" clId="{4DB5F164-7651-DD40-AC9E-883133A5A61B}" dt="2022-11-24T21:35:02.572" v="3210" actId="1076"/>
          <ac:picMkLst>
            <pc:docMk/>
            <pc:sldMk cId="2914532520" sldId="261"/>
            <ac:picMk id="4" creationId="{BF30F371-6DBB-4438-55FF-F7E3CD9A83EA}"/>
          </ac:picMkLst>
        </pc:picChg>
        <pc:picChg chg="add del mod">
          <ac:chgData name="Shoshana Bornstein" userId="f554c3c9-fe37-4002-839e-f8c6431ec2da" providerId="ADAL" clId="{4DB5F164-7651-DD40-AC9E-883133A5A61B}" dt="2022-11-23T03:39:06.024" v="1708" actId="478"/>
          <ac:picMkLst>
            <pc:docMk/>
            <pc:sldMk cId="2914532520" sldId="261"/>
            <ac:picMk id="4" creationId="{CE2D487B-AE66-8C75-CA1B-63C25C22B212}"/>
          </ac:picMkLst>
        </pc:picChg>
        <pc:picChg chg="add mod modCrop">
          <ac:chgData name="Shoshana Bornstein" userId="f554c3c9-fe37-4002-839e-f8c6431ec2da" providerId="ADAL" clId="{4DB5F164-7651-DD40-AC9E-883133A5A61B}" dt="2022-11-24T21:35:08.634" v="3212" actId="1076"/>
          <ac:picMkLst>
            <pc:docMk/>
            <pc:sldMk cId="2914532520" sldId="261"/>
            <ac:picMk id="6" creationId="{68D6222F-7AE1-B62F-8556-2D389171E580}"/>
          </ac:picMkLst>
        </pc:picChg>
        <pc:picChg chg="add del mod">
          <ac:chgData name="Shoshana Bornstein" userId="f554c3c9-fe37-4002-839e-f8c6431ec2da" providerId="ADAL" clId="{4DB5F164-7651-DD40-AC9E-883133A5A61B}" dt="2022-11-23T03:45:53.879" v="1943" actId="478"/>
          <ac:picMkLst>
            <pc:docMk/>
            <pc:sldMk cId="2914532520" sldId="261"/>
            <ac:picMk id="6" creationId="{6DB4EB67-E975-4D3A-BA6C-C6D32D19515A}"/>
          </ac:picMkLst>
        </pc:picChg>
        <pc:picChg chg="add mod">
          <ac:chgData name="Shoshana Bornstein" userId="f554c3c9-fe37-4002-839e-f8c6431ec2da" providerId="ADAL" clId="{4DB5F164-7651-DD40-AC9E-883133A5A61B}" dt="2022-11-24T21:30:43.095" v="3159" actId="1076"/>
          <ac:picMkLst>
            <pc:docMk/>
            <pc:sldMk cId="2914532520" sldId="261"/>
            <ac:picMk id="8" creationId="{91C7ADC6-24B6-CB8A-498A-A691D0568E34}"/>
          </ac:picMkLst>
        </pc:picChg>
        <pc:picChg chg="add del mod">
          <ac:chgData name="Shoshana Bornstein" userId="f554c3c9-fe37-4002-839e-f8c6431ec2da" providerId="ADAL" clId="{4DB5F164-7651-DD40-AC9E-883133A5A61B}" dt="2022-11-23T03:45:55.548" v="1944" actId="478"/>
          <ac:picMkLst>
            <pc:docMk/>
            <pc:sldMk cId="2914532520" sldId="261"/>
            <ac:picMk id="8" creationId="{D8CF2B86-BA27-2808-5609-F49385743E7B}"/>
          </ac:picMkLst>
        </pc:picChg>
        <pc:picChg chg="add del mod">
          <ac:chgData name="Shoshana Bornstein" userId="f554c3c9-fe37-4002-839e-f8c6431ec2da" providerId="ADAL" clId="{4DB5F164-7651-DD40-AC9E-883133A5A61B}" dt="2022-12-08T20:26:17.989" v="8949"/>
          <ac:picMkLst>
            <pc:docMk/>
            <pc:sldMk cId="2914532520" sldId="261"/>
            <ac:picMk id="10" creationId="{54C5CB2B-0084-A174-855A-CACE07E9BEBC}"/>
          </ac:picMkLst>
        </pc:picChg>
        <pc:picChg chg="add del mod">
          <ac:chgData name="Shoshana Bornstein" userId="f554c3c9-fe37-4002-839e-f8c6431ec2da" providerId="ADAL" clId="{4DB5F164-7651-DD40-AC9E-883133A5A61B}" dt="2022-12-07T00:57:56.007" v="8516"/>
          <ac:picMkLst>
            <pc:docMk/>
            <pc:sldMk cId="2914532520" sldId="261"/>
            <ac:picMk id="10" creationId="{F892D217-9C73-9292-3C06-4DC700645FF9}"/>
          </ac:picMkLst>
        </pc:picChg>
        <pc:picChg chg="add del mod">
          <ac:chgData name="Shoshana Bornstein" userId="f554c3c9-fe37-4002-839e-f8c6431ec2da" providerId="ADAL" clId="{4DB5F164-7651-DD40-AC9E-883133A5A61B}" dt="2022-12-08T20:26:39.789" v="8951"/>
          <ac:picMkLst>
            <pc:docMk/>
            <pc:sldMk cId="2914532520" sldId="261"/>
            <ac:picMk id="11" creationId="{07065428-8434-56CF-F2BB-92555321B886}"/>
          </ac:picMkLst>
        </pc:picChg>
        <pc:picChg chg="add del mod">
          <ac:chgData name="Shoshana Bornstein" userId="f554c3c9-fe37-4002-839e-f8c6431ec2da" providerId="ADAL" clId="{4DB5F164-7651-DD40-AC9E-883133A5A61B}" dt="2022-12-07T00:59:56.643" v="8519"/>
          <ac:picMkLst>
            <pc:docMk/>
            <pc:sldMk cId="2914532520" sldId="261"/>
            <ac:picMk id="11" creationId="{E1DD8058-C191-1134-C7CC-9A12E580F8E5}"/>
          </ac:picMkLst>
        </pc:picChg>
        <pc:picChg chg="add del mod">
          <ac:chgData name="Shoshana Bornstein" userId="f554c3c9-fe37-4002-839e-f8c6431ec2da" providerId="ADAL" clId="{4DB5F164-7651-DD40-AC9E-883133A5A61B}" dt="2022-12-08T20:25:57.473" v="8947"/>
          <ac:picMkLst>
            <pc:docMk/>
            <pc:sldMk cId="2914532520" sldId="261"/>
            <ac:picMk id="12" creationId="{FA9CF069-3A51-268D-CF85-0164FA9228CE}"/>
          </ac:picMkLst>
        </pc:picChg>
        <pc:picChg chg="add del mod">
          <ac:chgData name="Shoshana Bornstein" userId="f554c3c9-fe37-4002-839e-f8c6431ec2da" providerId="ADAL" clId="{4DB5F164-7651-DD40-AC9E-883133A5A61B}" dt="2022-12-09T01:01:19.899" v="9112" actId="478"/>
          <ac:picMkLst>
            <pc:docMk/>
            <pc:sldMk cId="2914532520" sldId="261"/>
            <ac:picMk id="13" creationId="{D4E9253A-59F4-AF65-A24B-B9D4F9781717}"/>
          </ac:picMkLst>
        </pc:picChg>
        <pc:picChg chg="add mod">
          <ac:chgData name="Shoshana Bornstein" userId="f554c3c9-fe37-4002-839e-f8c6431ec2da" providerId="ADAL" clId="{4DB5F164-7651-DD40-AC9E-883133A5A61B}" dt="2022-12-08T20:29:07.744" v="8952"/>
          <ac:picMkLst>
            <pc:docMk/>
            <pc:sldMk cId="2914532520" sldId="261"/>
            <ac:picMk id="14" creationId="{109C2A33-DAD0-17E6-778A-E11A2393E058}"/>
          </ac:picMkLst>
        </pc:picChg>
        <pc:picChg chg="add del mod">
          <ac:chgData name="Shoshana Bornstein" userId="f554c3c9-fe37-4002-839e-f8c6431ec2da" providerId="ADAL" clId="{4DB5F164-7651-DD40-AC9E-883133A5A61B}" dt="2022-11-23T03:45:56.675" v="1945" actId="478"/>
          <ac:picMkLst>
            <pc:docMk/>
            <pc:sldMk cId="2914532520" sldId="261"/>
            <ac:picMk id="14" creationId="{C3E979D3-9CD3-74C5-9C72-628D1DB7DEF4}"/>
          </ac:picMkLst>
        </pc:picChg>
        <pc:picChg chg="add mod modCrop">
          <ac:chgData name="Shoshana Bornstein" userId="f554c3c9-fe37-4002-839e-f8c6431ec2da" providerId="ADAL" clId="{4DB5F164-7651-DD40-AC9E-883133A5A61B}" dt="2022-11-29T22:48:23.847" v="7916" actId="1076"/>
          <ac:picMkLst>
            <pc:docMk/>
            <pc:sldMk cId="2914532520" sldId="261"/>
            <ac:picMk id="19" creationId="{B5561408-EE52-B2F0-B3E0-D1CC87C1207A}"/>
          </ac:picMkLst>
        </pc:picChg>
        <pc:picChg chg="add mod">
          <ac:chgData name="Shoshana Bornstein" userId="f554c3c9-fe37-4002-839e-f8c6431ec2da" providerId="ADAL" clId="{4DB5F164-7651-DD40-AC9E-883133A5A61B}" dt="2022-12-09T01:01:26.652" v="9115" actId="14100"/>
          <ac:picMkLst>
            <pc:docMk/>
            <pc:sldMk cId="2914532520" sldId="261"/>
            <ac:picMk id="20" creationId="{F2328CEF-E841-754E-0A85-65881747C4BA}"/>
          </ac:picMkLst>
        </pc:picChg>
        <pc:picChg chg="add del mod">
          <ac:chgData name="Shoshana Bornstein" userId="f554c3c9-fe37-4002-839e-f8c6431ec2da" providerId="ADAL" clId="{4DB5F164-7651-DD40-AC9E-883133A5A61B}" dt="2022-11-24T03:41:13.294" v="2345" actId="478"/>
          <ac:picMkLst>
            <pc:docMk/>
            <pc:sldMk cId="2914532520" sldId="261"/>
            <ac:picMk id="21" creationId="{7AF7578E-4B03-A3B8-75BB-DDFB99606311}"/>
          </ac:picMkLst>
        </pc:picChg>
        <pc:picChg chg="add del mod modCrop">
          <ac:chgData name="Shoshana Bornstein" userId="f554c3c9-fe37-4002-839e-f8c6431ec2da" providerId="ADAL" clId="{4DB5F164-7651-DD40-AC9E-883133A5A61B}" dt="2022-11-24T03:41:06.388" v="2341" actId="478"/>
          <ac:picMkLst>
            <pc:docMk/>
            <pc:sldMk cId="2914532520" sldId="261"/>
            <ac:picMk id="23" creationId="{4D236970-DA74-0D9B-D0B9-2A4BFD606684}"/>
          </ac:picMkLst>
        </pc:picChg>
      </pc:sldChg>
      <pc:sldChg chg="addSp delSp modSp new add del mod modTransition setBg modAnim modNotesTx">
        <pc:chgData name="Shoshana Bornstein" userId="f554c3c9-fe37-4002-839e-f8c6431ec2da" providerId="ADAL" clId="{4DB5F164-7651-DD40-AC9E-883133A5A61B}" dt="2022-12-09T01:10:05.485" v="9353" actId="15"/>
        <pc:sldMkLst>
          <pc:docMk/>
          <pc:sldMk cId="3665526579" sldId="262"/>
        </pc:sldMkLst>
        <pc:spChg chg="add del mod">
          <ac:chgData name="Shoshana Bornstein" userId="f554c3c9-fe37-4002-839e-f8c6431ec2da" providerId="ADAL" clId="{4DB5F164-7651-DD40-AC9E-883133A5A61B}" dt="2022-11-24T23:56:23.134" v="4117" actId="478"/>
          <ac:spMkLst>
            <pc:docMk/>
            <pc:sldMk cId="3665526579" sldId="262"/>
            <ac:spMk id="2" creationId="{C18F2217-C81F-4788-76D4-55921A16CA01}"/>
          </ac:spMkLst>
        </pc:spChg>
        <pc:spChg chg="add del mod">
          <ac:chgData name="Shoshana Bornstein" userId="f554c3c9-fe37-4002-839e-f8c6431ec2da" providerId="ADAL" clId="{4DB5F164-7651-DD40-AC9E-883133A5A61B}" dt="2022-11-25T02:57:01.688" v="4940" actId="478"/>
          <ac:spMkLst>
            <pc:docMk/>
            <pc:sldMk cId="3665526579" sldId="262"/>
            <ac:spMk id="3" creationId="{5B6AFA9F-3364-F9C6-8822-605E4CEEF33C}"/>
          </ac:spMkLst>
        </pc:spChg>
        <pc:spChg chg="add del mod">
          <ac:chgData name="Shoshana Bornstein" userId="f554c3c9-fe37-4002-839e-f8c6431ec2da" providerId="ADAL" clId="{4DB5F164-7651-DD40-AC9E-883133A5A61B}" dt="2022-11-25T03:33:42.675" v="7174" actId="478"/>
          <ac:spMkLst>
            <pc:docMk/>
            <pc:sldMk cId="3665526579" sldId="262"/>
            <ac:spMk id="4" creationId="{E4076635-4E20-2688-2373-864D3B4B0686}"/>
          </ac:spMkLst>
        </pc:spChg>
        <pc:spChg chg="add del mod">
          <ac:chgData name="Shoshana Bornstein" userId="f554c3c9-fe37-4002-839e-f8c6431ec2da" providerId="ADAL" clId="{4DB5F164-7651-DD40-AC9E-883133A5A61B}" dt="2022-11-25T02:56:07.698" v="4928" actId="478"/>
          <ac:spMkLst>
            <pc:docMk/>
            <pc:sldMk cId="3665526579" sldId="262"/>
            <ac:spMk id="5" creationId="{F1C24BD0-0505-1765-61A1-7FB9BC2D1351}"/>
          </ac:spMkLst>
        </pc:spChg>
        <pc:spChg chg="add mod">
          <ac:chgData name="Shoshana Bornstein" userId="f554c3c9-fe37-4002-839e-f8c6431ec2da" providerId="ADAL" clId="{4DB5F164-7651-DD40-AC9E-883133A5A61B}" dt="2022-12-09T01:09:43.483" v="9352" actId="1076"/>
          <ac:spMkLst>
            <pc:docMk/>
            <pc:sldMk cId="3665526579" sldId="262"/>
            <ac:spMk id="6" creationId="{61F11DCF-52F9-015D-F122-B7BAF5996679}"/>
          </ac:spMkLst>
        </pc:spChg>
        <pc:spChg chg="add mod">
          <ac:chgData name="Shoshana Bornstein" userId="f554c3c9-fe37-4002-839e-f8c6431ec2da" providerId="ADAL" clId="{4DB5F164-7651-DD40-AC9E-883133A5A61B}" dt="2022-12-09T01:09:40.582" v="9351" actId="1076"/>
          <ac:spMkLst>
            <pc:docMk/>
            <pc:sldMk cId="3665526579" sldId="262"/>
            <ac:spMk id="7" creationId="{2CB5B705-015B-41C1-943A-1DBACC47FBFF}"/>
          </ac:spMkLst>
        </pc:spChg>
        <pc:spChg chg="add del mod">
          <ac:chgData name="Shoshana Bornstein" userId="f554c3c9-fe37-4002-839e-f8c6431ec2da" providerId="ADAL" clId="{4DB5F164-7651-DD40-AC9E-883133A5A61B}" dt="2022-11-25T03:33:45.717" v="7175" actId="478"/>
          <ac:spMkLst>
            <pc:docMk/>
            <pc:sldMk cId="3665526579" sldId="262"/>
            <ac:spMk id="8" creationId="{8B87D8FE-68EF-30D9-17F3-7F532B016EBD}"/>
          </ac:spMkLst>
        </pc:spChg>
        <pc:spChg chg="add mod">
          <ac:chgData name="Shoshana Bornstein" userId="f554c3c9-fe37-4002-839e-f8c6431ec2da" providerId="ADAL" clId="{4DB5F164-7651-DD40-AC9E-883133A5A61B}" dt="2022-11-30T02:15:28.014" v="8103" actId="207"/>
          <ac:spMkLst>
            <pc:docMk/>
            <pc:sldMk cId="3665526579" sldId="262"/>
            <ac:spMk id="9" creationId="{52E5866D-E1BE-BF0F-F72C-F8C03018F9F1}"/>
          </ac:spMkLst>
        </pc:spChg>
        <pc:spChg chg="add mod">
          <ac:chgData name="Shoshana Bornstein" userId="f554c3c9-fe37-4002-839e-f8c6431ec2da" providerId="ADAL" clId="{4DB5F164-7651-DD40-AC9E-883133A5A61B}" dt="2022-12-06T23:36:00.057" v="8275" actId="20577"/>
          <ac:spMkLst>
            <pc:docMk/>
            <pc:sldMk cId="3665526579" sldId="262"/>
            <ac:spMk id="10" creationId="{8772FB91-F94F-ECEE-6EA0-C660F97C3081}"/>
          </ac:spMkLst>
        </pc:spChg>
        <pc:spChg chg="add mod">
          <ac:chgData name="Shoshana Bornstein" userId="f554c3c9-fe37-4002-839e-f8c6431ec2da" providerId="ADAL" clId="{4DB5F164-7651-DD40-AC9E-883133A5A61B}" dt="2022-11-30T02:15:35.218" v="8105" actId="207"/>
          <ac:spMkLst>
            <pc:docMk/>
            <pc:sldMk cId="3665526579" sldId="262"/>
            <ac:spMk id="11" creationId="{E77F2AD5-2A22-0E8D-9978-677465EC0CC3}"/>
          </ac:spMkLst>
        </pc:spChg>
        <pc:spChg chg="add mod">
          <ac:chgData name="Shoshana Bornstein" userId="f554c3c9-fe37-4002-839e-f8c6431ec2da" providerId="ADAL" clId="{4DB5F164-7651-DD40-AC9E-883133A5A61B}" dt="2022-12-09T01:10:05.485" v="9353" actId="15"/>
          <ac:spMkLst>
            <pc:docMk/>
            <pc:sldMk cId="3665526579" sldId="262"/>
            <ac:spMk id="12" creationId="{BC7C2644-D05B-3F7A-69AB-6A3080714ECC}"/>
          </ac:spMkLst>
        </pc:spChg>
        <pc:picChg chg="add del mod">
          <ac:chgData name="Shoshana Bornstein" userId="f554c3c9-fe37-4002-839e-f8c6431ec2da" providerId="ADAL" clId="{4DB5F164-7651-DD40-AC9E-883133A5A61B}" dt="2022-12-07T01:18:23.609" v="8591"/>
          <ac:picMkLst>
            <pc:docMk/>
            <pc:sldMk cId="3665526579" sldId="262"/>
            <ac:picMk id="2" creationId="{BAFC8322-3FCF-D4C6-04FE-75A874C30949}"/>
          </ac:picMkLst>
        </pc:picChg>
        <pc:picChg chg="add del mod">
          <ac:chgData name="Shoshana Bornstein" userId="f554c3c9-fe37-4002-839e-f8c6431ec2da" providerId="ADAL" clId="{4DB5F164-7651-DD40-AC9E-883133A5A61B}" dt="2022-12-07T01:19:32.144" v="8593"/>
          <ac:picMkLst>
            <pc:docMk/>
            <pc:sldMk cId="3665526579" sldId="262"/>
            <ac:picMk id="3" creationId="{911EE8CC-0D82-C265-57EB-FA33E5A49C92}"/>
          </ac:picMkLst>
        </pc:picChg>
        <pc:picChg chg="add del mod">
          <ac:chgData name="Shoshana Bornstein" userId="f554c3c9-fe37-4002-839e-f8c6431ec2da" providerId="ADAL" clId="{4DB5F164-7651-DD40-AC9E-883133A5A61B}" dt="2022-12-07T01:20:16.676" v="8596"/>
          <ac:picMkLst>
            <pc:docMk/>
            <pc:sldMk cId="3665526579" sldId="262"/>
            <ac:picMk id="4" creationId="{0D4C6FC9-7473-61D2-556A-4A0ADAB21AAE}"/>
          </ac:picMkLst>
        </pc:picChg>
        <pc:picChg chg="add del mod">
          <ac:chgData name="Shoshana Bornstein" userId="f554c3c9-fe37-4002-839e-f8c6431ec2da" providerId="ADAL" clId="{4DB5F164-7651-DD40-AC9E-883133A5A61B}" dt="2022-12-07T01:20:43.110" v="8598"/>
          <ac:picMkLst>
            <pc:docMk/>
            <pc:sldMk cId="3665526579" sldId="262"/>
            <ac:picMk id="5" creationId="{E4EF0AAE-114B-D21F-E1E2-51D519040880}"/>
          </ac:picMkLst>
        </pc:picChg>
        <pc:picChg chg="add del mod">
          <ac:chgData name="Shoshana Bornstein" userId="f554c3c9-fe37-4002-839e-f8c6431ec2da" providerId="ADAL" clId="{4DB5F164-7651-DD40-AC9E-883133A5A61B}" dt="2022-12-07T01:21:42.441" v="8600"/>
          <ac:picMkLst>
            <pc:docMk/>
            <pc:sldMk cId="3665526579" sldId="262"/>
            <ac:picMk id="8" creationId="{DF9E2D0C-6812-2907-6619-5005815D950B}"/>
          </ac:picMkLst>
        </pc:picChg>
        <pc:picChg chg="add del mod">
          <ac:chgData name="Shoshana Bornstein" userId="f554c3c9-fe37-4002-839e-f8c6431ec2da" providerId="ADAL" clId="{4DB5F164-7651-DD40-AC9E-883133A5A61B}" dt="2022-12-07T01:24:09.491" v="8647"/>
          <ac:picMkLst>
            <pc:docMk/>
            <pc:sldMk cId="3665526579" sldId="262"/>
            <ac:picMk id="13" creationId="{58654EEA-5791-FDBB-B216-C80B7C688E54}"/>
          </ac:picMkLst>
        </pc:picChg>
        <pc:picChg chg="add del mod">
          <ac:chgData name="Shoshana Bornstein" userId="f554c3c9-fe37-4002-839e-f8c6431ec2da" providerId="ADAL" clId="{4DB5F164-7651-DD40-AC9E-883133A5A61B}" dt="2022-12-07T01:24:20.009" v="8649"/>
          <ac:picMkLst>
            <pc:docMk/>
            <pc:sldMk cId="3665526579" sldId="262"/>
            <ac:picMk id="14" creationId="{1F23EEFC-9D99-447B-5007-29B97DBC7BE7}"/>
          </ac:picMkLst>
        </pc:picChg>
        <pc:picChg chg="add del mod">
          <ac:chgData name="Shoshana Bornstein" userId="f554c3c9-fe37-4002-839e-f8c6431ec2da" providerId="ADAL" clId="{4DB5F164-7651-DD40-AC9E-883133A5A61B}" dt="2022-12-07T01:25:01.991" v="8651"/>
          <ac:picMkLst>
            <pc:docMk/>
            <pc:sldMk cId="3665526579" sldId="262"/>
            <ac:picMk id="15" creationId="{24AA550C-8110-E129-4221-DBF209628AD4}"/>
          </ac:picMkLst>
        </pc:picChg>
        <pc:picChg chg="add del mod">
          <ac:chgData name="Shoshana Bornstein" userId="f554c3c9-fe37-4002-839e-f8c6431ec2da" providerId="ADAL" clId="{4DB5F164-7651-DD40-AC9E-883133A5A61B}" dt="2022-12-07T01:25:20.391" v="8653"/>
          <ac:picMkLst>
            <pc:docMk/>
            <pc:sldMk cId="3665526579" sldId="262"/>
            <ac:picMk id="16" creationId="{253AA9C1-59E1-A0A5-E303-6527059C9892}"/>
          </ac:picMkLst>
        </pc:picChg>
        <pc:picChg chg="add del mod">
          <ac:chgData name="Shoshana Bornstein" userId="f554c3c9-fe37-4002-839e-f8c6431ec2da" providerId="ADAL" clId="{4DB5F164-7651-DD40-AC9E-883133A5A61B}" dt="2022-12-07T01:26:15.774" v="8655"/>
          <ac:picMkLst>
            <pc:docMk/>
            <pc:sldMk cId="3665526579" sldId="262"/>
            <ac:picMk id="17" creationId="{A1A95323-D3D9-AC64-8D07-3149C22E5DA4}"/>
          </ac:picMkLst>
        </pc:picChg>
        <pc:picChg chg="add del mod">
          <ac:chgData name="Shoshana Bornstein" userId="f554c3c9-fe37-4002-839e-f8c6431ec2da" providerId="ADAL" clId="{4DB5F164-7651-DD40-AC9E-883133A5A61B}" dt="2022-12-07T01:26:50.974" v="8657"/>
          <ac:picMkLst>
            <pc:docMk/>
            <pc:sldMk cId="3665526579" sldId="262"/>
            <ac:picMk id="18" creationId="{19C50563-1173-1851-2BB6-B067CE815A4F}"/>
          </ac:picMkLst>
        </pc:picChg>
        <pc:picChg chg="add del mod">
          <ac:chgData name="Shoshana Bornstein" userId="f554c3c9-fe37-4002-839e-f8c6431ec2da" providerId="ADAL" clId="{4DB5F164-7651-DD40-AC9E-883133A5A61B}" dt="2022-12-07T01:29:08.789" v="8659"/>
          <ac:picMkLst>
            <pc:docMk/>
            <pc:sldMk cId="3665526579" sldId="262"/>
            <ac:picMk id="19" creationId="{C95CE4DC-4C0F-0ABA-F697-4FD9A75D9A9F}"/>
          </ac:picMkLst>
        </pc:picChg>
        <pc:picChg chg="add mod">
          <ac:chgData name="Shoshana Bornstein" userId="f554c3c9-fe37-4002-839e-f8c6431ec2da" providerId="ADAL" clId="{4DB5F164-7651-DD40-AC9E-883133A5A61B}" dt="2022-12-07T01:31:33.361" v="8660"/>
          <ac:picMkLst>
            <pc:docMk/>
            <pc:sldMk cId="3665526579" sldId="262"/>
            <ac:picMk id="20" creationId="{1DDBFE0A-442E-0406-B982-E65AD345D381}"/>
          </ac:picMkLst>
        </pc:picChg>
      </pc:sldChg>
      <pc:sldChg chg="addSp modSp add del mod setBg">
        <pc:chgData name="Shoshana Bornstein" userId="f554c3c9-fe37-4002-839e-f8c6431ec2da" providerId="ADAL" clId="{4DB5F164-7651-DD40-AC9E-883133A5A61B}" dt="2022-11-28T23:13:59.578" v="7708" actId="2696"/>
        <pc:sldMkLst>
          <pc:docMk/>
          <pc:sldMk cId="845134763" sldId="263"/>
        </pc:sldMkLst>
        <pc:spChg chg="add mod">
          <ac:chgData name="Shoshana Bornstein" userId="f554c3c9-fe37-4002-839e-f8c6431ec2da" providerId="ADAL" clId="{4DB5F164-7651-DD40-AC9E-883133A5A61B}" dt="2022-11-23T03:58:39.742" v="2171"/>
          <ac:spMkLst>
            <pc:docMk/>
            <pc:sldMk cId="845134763" sldId="263"/>
            <ac:spMk id="3" creationId="{261B266D-67F1-488B-8C64-966E8C217D6B}"/>
          </ac:spMkLst>
        </pc:spChg>
        <pc:spChg chg="mod">
          <ac:chgData name="Shoshana Bornstein" userId="f554c3c9-fe37-4002-839e-f8c6431ec2da" providerId="ADAL" clId="{4DB5F164-7651-DD40-AC9E-883133A5A61B}" dt="2022-11-21T03:41:37.643" v="582" actId="1076"/>
          <ac:spMkLst>
            <pc:docMk/>
            <pc:sldMk cId="845134763" sldId="263"/>
            <ac:spMk id="4" creationId="{3EA26F0F-4DA8-DD1A-A83C-C0975F337D5D}"/>
          </ac:spMkLst>
        </pc:spChg>
        <pc:grpChg chg="mod">
          <ac:chgData name="Shoshana Bornstein" userId="f554c3c9-fe37-4002-839e-f8c6431ec2da" providerId="ADAL" clId="{4DB5F164-7651-DD40-AC9E-883133A5A61B}" dt="2022-11-04T02:44:55.968" v="276" actId="1076"/>
          <ac:grpSpMkLst>
            <pc:docMk/>
            <pc:sldMk cId="845134763" sldId="263"/>
            <ac:grpSpMk id="15" creationId="{D2DC216E-1A38-7BE3-2F7E-09BBAB1E6F68}"/>
          </ac:grpSpMkLst>
        </pc:grpChg>
        <pc:graphicFrameChg chg="mod">
          <ac:chgData name="Shoshana Bornstein" userId="f554c3c9-fe37-4002-839e-f8c6431ec2da" providerId="ADAL" clId="{4DB5F164-7651-DD40-AC9E-883133A5A61B}" dt="2022-11-04T02:44:42.103" v="275" actId="1076"/>
          <ac:graphicFrameMkLst>
            <pc:docMk/>
            <pc:sldMk cId="845134763" sldId="263"/>
            <ac:graphicFrameMk id="8" creationId="{DFBE0F44-CDC0-BB68-C260-E960A7D357DA}"/>
          </ac:graphicFrameMkLst>
        </pc:graphicFrameChg>
        <pc:picChg chg="mod">
          <ac:chgData name="Shoshana Bornstein" userId="f554c3c9-fe37-4002-839e-f8c6431ec2da" providerId="ADAL" clId="{4DB5F164-7651-DD40-AC9E-883133A5A61B}" dt="2022-11-04T02:49:53.232" v="307" actId="1076"/>
          <ac:picMkLst>
            <pc:docMk/>
            <pc:sldMk cId="845134763" sldId="263"/>
            <ac:picMk id="17" creationId="{4950A2C6-6732-A8DD-A857-D04BD6C106E4}"/>
          </ac:picMkLst>
        </pc:picChg>
        <pc:picChg chg="mod">
          <ac:chgData name="Shoshana Bornstein" userId="f554c3c9-fe37-4002-839e-f8c6431ec2da" providerId="ADAL" clId="{4DB5F164-7651-DD40-AC9E-883133A5A61B}" dt="2022-11-04T02:49:27.395" v="304" actId="1076"/>
          <ac:picMkLst>
            <pc:docMk/>
            <pc:sldMk cId="845134763" sldId="263"/>
            <ac:picMk id="19" creationId="{400515AB-DD71-8AD4-BE90-1A7C3E2A4C7B}"/>
          </ac:picMkLst>
        </pc:picChg>
      </pc:sldChg>
      <pc:sldChg chg="addSp modSp add del mod setBg">
        <pc:chgData name="Shoshana Bornstein" userId="f554c3c9-fe37-4002-839e-f8c6431ec2da" providerId="ADAL" clId="{4DB5F164-7651-DD40-AC9E-883133A5A61B}" dt="2022-11-28T23:14:02.422" v="7709" actId="2696"/>
        <pc:sldMkLst>
          <pc:docMk/>
          <pc:sldMk cId="2910823654" sldId="264"/>
        </pc:sldMkLst>
        <pc:spChg chg="add mod">
          <ac:chgData name="Shoshana Bornstein" userId="f554c3c9-fe37-4002-839e-f8c6431ec2da" providerId="ADAL" clId="{4DB5F164-7651-DD40-AC9E-883133A5A61B}" dt="2022-11-23T03:58:48.314" v="2173"/>
          <ac:spMkLst>
            <pc:docMk/>
            <pc:sldMk cId="2910823654" sldId="264"/>
            <ac:spMk id="3" creationId="{28F9EB47-06CC-78F8-2BA9-E2746FE1C2E8}"/>
          </ac:spMkLst>
        </pc:spChg>
        <pc:grpChg chg="mod">
          <ac:chgData name="Shoshana Bornstein" userId="f554c3c9-fe37-4002-839e-f8c6431ec2da" providerId="ADAL" clId="{4DB5F164-7651-DD40-AC9E-883133A5A61B}" dt="2022-11-04T02:50:51.048" v="311" actId="1076"/>
          <ac:grpSpMkLst>
            <pc:docMk/>
            <pc:sldMk cId="2910823654" sldId="264"/>
            <ac:grpSpMk id="15" creationId="{D2DC216E-1A38-7BE3-2F7E-09BBAB1E6F68}"/>
          </ac:grpSpMkLst>
        </pc:grpChg>
        <pc:graphicFrameChg chg="mod">
          <ac:chgData name="Shoshana Bornstein" userId="f554c3c9-fe37-4002-839e-f8c6431ec2da" providerId="ADAL" clId="{4DB5F164-7651-DD40-AC9E-883133A5A61B}" dt="2022-11-04T02:50:35.785" v="309" actId="1076"/>
          <ac:graphicFrameMkLst>
            <pc:docMk/>
            <pc:sldMk cId="2910823654" sldId="264"/>
            <ac:graphicFrameMk id="12" creationId="{643A064E-1C16-0D3E-8F32-E002B93130FC}"/>
          </ac:graphicFrameMkLst>
        </pc:graphicFrameChg>
      </pc:sldChg>
      <pc:sldChg chg="addSp delSp modSp add del mod setBg">
        <pc:chgData name="Shoshana Bornstein" userId="f554c3c9-fe37-4002-839e-f8c6431ec2da" providerId="ADAL" clId="{4DB5F164-7651-DD40-AC9E-883133A5A61B}" dt="2022-11-28T23:14:10.035" v="7710" actId="2696"/>
        <pc:sldMkLst>
          <pc:docMk/>
          <pc:sldMk cId="3770998028" sldId="265"/>
        </pc:sldMkLst>
        <pc:spChg chg="add del">
          <ac:chgData name="Shoshana Bornstein" userId="f554c3c9-fe37-4002-839e-f8c6431ec2da" providerId="ADAL" clId="{4DB5F164-7651-DD40-AC9E-883133A5A61B}" dt="2022-11-23T03:58:57.281" v="2175" actId="22"/>
          <ac:spMkLst>
            <pc:docMk/>
            <pc:sldMk cId="3770998028" sldId="265"/>
            <ac:spMk id="3" creationId="{BAF23636-0549-7083-D8EC-61E436617DFE}"/>
          </ac:spMkLst>
        </pc:spChg>
        <pc:spChg chg="add del mod">
          <ac:chgData name="Shoshana Bornstein" userId="f554c3c9-fe37-4002-839e-f8c6431ec2da" providerId="ADAL" clId="{4DB5F164-7651-DD40-AC9E-883133A5A61B}" dt="2022-11-23T03:59:24.051" v="2180" actId="478"/>
          <ac:spMkLst>
            <pc:docMk/>
            <pc:sldMk cId="3770998028" sldId="265"/>
            <ac:spMk id="7" creationId="{34F32436-18CD-8B92-A881-F3BB60BFC025}"/>
          </ac:spMkLst>
        </pc:spChg>
        <pc:spChg chg="add mod">
          <ac:chgData name="Shoshana Bornstein" userId="f554c3c9-fe37-4002-839e-f8c6431ec2da" providerId="ADAL" clId="{4DB5F164-7651-DD40-AC9E-883133A5A61B}" dt="2022-11-23T03:59:34.961" v="2184" actId="1076"/>
          <ac:spMkLst>
            <pc:docMk/>
            <pc:sldMk cId="3770998028" sldId="265"/>
            <ac:spMk id="11" creationId="{82872AD5-F761-F873-E77F-A148B91B11CF}"/>
          </ac:spMkLst>
        </pc:spChg>
        <pc:grpChg chg="mod">
          <ac:chgData name="Shoshana Bornstein" userId="f554c3c9-fe37-4002-839e-f8c6431ec2da" providerId="ADAL" clId="{4DB5F164-7651-DD40-AC9E-883133A5A61B}" dt="2022-11-04T02:46:13.037" v="288" actId="1076"/>
          <ac:grpSpMkLst>
            <pc:docMk/>
            <pc:sldMk cId="3770998028" sldId="265"/>
            <ac:grpSpMk id="15" creationId="{D2DC216E-1A38-7BE3-2F7E-09BBAB1E6F68}"/>
          </ac:grpSpMkLst>
        </pc:grpChg>
        <pc:graphicFrameChg chg="mod">
          <ac:chgData name="Shoshana Bornstein" userId="f554c3c9-fe37-4002-839e-f8c6431ec2da" providerId="ADAL" clId="{4DB5F164-7651-DD40-AC9E-883133A5A61B}" dt="2022-11-04T02:46:03.807" v="286" actId="1076"/>
          <ac:graphicFrameMkLst>
            <pc:docMk/>
            <pc:sldMk cId="3770998028" sldId="265"/>
            <ac:graphicFrameMk id="12" creationId="{643A064E-1C16-0D3E-8F32-E002B93130FC}"/>
          </ac:graphicFrameMkLst>
        </pc:graphicFrameChg>
      </pc:sldChg>
      <pc:sldChg chg="addSp modSp add del mod setBg">
        <pc:chgData name="Shoshana Bornstein" userId="f554c3c9-fe37-4002-839e-f8c6431ec2da" providerId="ADAL" clId="{4DB5F164-7651-DD40-AC9E-883133A5A61B}" dt="2022-11-28T23:14:16.626" v="7711" actId="2696"/>
        <pc:sldMkLst>
          <pc:docMk/>
          <pc:sldMk cId="4172723389" sldId="266"/>
        </pc:sldMkLst>
        <pc:spChg chg="add mod">
          <ac:chgData name="Shoshana Bornstein" userId="f554c3c9-fe37-4002-839e-f8c6431ec2da" providerId="ADAL" clId="{4DB5F164-7651-DD40-AC9E-883133A5A61B}" dt="2022-11-25T03:01:08.575" v="4989" actId="1076"/>
          <ac:spMkLst>
            <pc:docMk/>
            <pc:sldMk cId="4172723389" sldId="266"/>
            <ac:spMk id="2" creationId="{F5A79441-8CAA-B832-E661-8660D2B654D8}"/>
          </ac:spMkLst>
        </pc:spChg>
        <pc:spChg chg="add mod">
          <ac:chgData name="Shoshana Bornstein" userId="f554c3c9-fe37-4002-839e-f8c6431ec2da" providerId="ADAL" clId="{4DB5F164-7651-DD40-AC9E-883133A5A61B}" dt="2022-11-25T03:01:04.858" v="4988" actId="1076"/>
          <ac:spMkLst>
            <pc:docMk/>
            <pc:sldMk cId="4172723389" sldId="266"/>
            <ac:spMk id="3" creationId="{5FAF58B6-0D9E-66F4-8F36-066F25E310F8}"/>
          </ac:spMkLst>
        </pc:spChg>
        <pc:grpChg chg="mod">
          <ac:chgData name="Shoshana Bornstein" userId="f554c3c9-fe37-4002-839e-f8c6431ec2da" providerId="ADAL" clId="{4DB5F164-7651-DD40-AC9E-883133A5A61B}" dt="2022-11-04T02:46:32.354" v="293" actId="1076"/>
          <ac:grpSpMkLst>
            <pc:docMk/>
            <pc:sldMk cId="4172723389" sldId="266"/>
            <ac:grpSpMk id="15" creationId="{D2DC216E-1A38-7BE3-2F7E-09BBAB1E6F68}"/>
          </ac:grpSpMkLst>
        </pc:grpChg>
        <pc:graphicFrameChg chg="mod">
          <ac:chgData name="Shoshana Bornstein" userId="f554c3c9-fe37-4002-839e-f8c6431ec2da" providerId="ADAL" clId="{4DB5F164-7651-DD40-AC9E-883133A5A61B}" dt="2022-11-04T02:46:21.223" v="291" actId="1076"/>
          <ac:graphicFrameMkLst>
            <pc:docMk/>
            <pc:sldMk cId="4172723389" sldId="266"/>
            <ac:graphicFrameMk id="14" creationId="{2D3B8419-7EC1-1567-37F1-7BF0C8FE6307}"/>
          </ac:graphicFrameMkLst>
        </pc:graphicFrameChg>
      </pc:sldChg>
      <pc:sldChg chg="addSp delSp modSp new add del mod ord modTransition modAnim modNotesTx">
        <pc:chgData name="Shoshana Bornstein" userId="f554c3c9-fe37-4002-839e-f8c6431ec2da" providerId="ADAL" clId="{4DB5F164-7651-DD40-AC9E-883133A5A61B}" dt="2022-12-09T01:10:35.654" v="9363" actId="1076"/>
        <pc:sldMkLst>
          <pc:docMk/>
          <pc:sldMk cId="3630852041" sldId="267"/>
        </pc:sldMkLst>
        <pc:spChg chg="add del mod">
          <ac:chgData name="Shoshana Bornstein" userId="f554c3c9-fe37-4002-839e-f8c6431ec2da" providerId="ADAL" clId="{4DB5F164-7651-DD40-AC9E-883133A5A61B}" dt="2022-11-21T03:44:23.075" v="698"/>
          <ac:spMkLst>
            <pc:docMk/>
            <pc:sldMk cId="3630852041" sldId="267"/>
            <ac:spMk id="2" creationId="{1F749576-5DCC-01C1-E8FB-6A682AE2F039}"/>
          </ac:spMkLst>
        </pc:spChg>
        <pc:spChg chg="add del mod">
          <ac:chgData name="Shoshana Bornstein" userId="f554c3c9-fe37-4002-839e-f8c6431ec2da" providerId="ADAL" clId="{4DB5F164-7651-DD40-AC9E-883133A5A61B}" dt="2022-11-24T04:10:30.826" v="3002" actId="478"/>
          <ac:spMkLst>
            <pc:docMk/>
            <pc:sldMk cId="3630852041" sldId="267"/>
            <ac:spMk id="2" creationId="{D39FC6C3-61F2-4D44-ABCA-134102AD9BFC}"/>
          </ac:spMkLst>
        </pc:spChg>
        <pc:spChg chg="add del mod">
          <ac:chgData name="Shoshana Bornstein" userId="f554c3c9-fe37-4002-839e-f8c6431ec2da" providerId="ADAL" clId="{4DB5F164-7651-DD40-AC9E-883133A5A61B}" dt="2022-11-24T23:55:01.377" v="4089" actId="478"/>
          <ac:spMkLst>
            <pc:docMk/>
            <pc:sldMk cId="3630852041" sldId="267"/>
            <ac:spMk id="3" creationId="{D0427058-F110-D47F-7C34-A3726207FEDF}"/>
          </ac:spMkLst>
        </pc:spChg>
        <pc:spChg chg="add mod">
          <ac:chgData name="Shoshana Bornstein" userId="f554c3c9-fe37-4002-839e-f8c6431ec2da" providerId="ADAL" clId="{4DB5F164-7651-DD40-AC9E-883133A5A61B}" dt="2022-11-25T03:44:46.934" v="7654" actId="114"/>
          <ac:spMkLst>
            <pc:docMk/>
            <pc:sldMk cId="3630852041" sldId="267"/>
            <ac:spMk id="8" creationId="{35C3EBB2-4C0E-C9F3-D5E6-7F33234A61C2}"/>
          </ac:spMkLst>
        </pc:spChg>
        <pc:spChg chg="add mod">
          <ac:chgData name="Shoshana Bornstein" userId="f554c3c9-fe37-4002-839e-f8c6431ec2da" providerId="ADAL" clId="{4DB5F164-7651-DD40-AC9E-883133A5A61B}" dt="2022-11-25T03:45:00.566" v="7655" actId="114"/>
          <ac:spMkLst>
            <pc:docMk/>
            <pc:sldMk cId="3630852041" sldId="267"/>
            <ac:spMk id="9" creationId="{7B910464-6B39-45BA-FCB3-73EFE42A3F16}"/>
          </ac:spMkLst>
        </pc:spChg>
        <pc:spChg chg="add del mod">
          <ac:chgData name="Shoshana Bornstein" userId="f554c3c9-fe37-4002-839e-f8c6431ec2da" providerId="ADAL" clId="{4DB5F164-7651-DD40-AC9E-883133A5A61B}" dt="2022-11-24T23:55:07.693" v="4092" actId="478"/>
          <ac:spMkLst>
            <pc:docMk/>
            <pc:sldMk cId="3630852041" sldId="267"/>
            <ac:spMk id="11" creationId="{28ADF84F-B96C-AB56-CD13-D946F165D32A}"/>
          </ac:spMkLst>
        </pc:spChg>
        <pc:spChg chg="add mod">
          <ac:chgData name="Shoshana Bornstein" userId="f554c3c9-fe37-4002-839e-f8c6431ec2da" providerId="ADAL" clId="{4DB5F164-7651-DD40-AC9E-883133A5A61B}" dt="2022-12-09T01:10:22.165" v="9356" actId="1076"/>
          <ac:spMkLst>
            <pc:docMk/>
            <pc:sldMk cId="3630852041" sldId="267"/>
            <ac:spMk id="12" creationId="{73904A84-3A7D-98FB-599C-21365824D522}"/>
          </ac:spMkLst>
        </pc:spChg>
        <pc:grpChg chg="add mod">
          <ac:chgData name="Shoshana Bornstein" userId="f554c3c9-fe37-4002-839e-f8c6431ec2da" providerId="ADAL" clId="{4DB5F164-7651-DD40-AC9E-883133A5A61B}" dt="2022-12-09T01:10:29.500" v="9360" actId="1076"/>
          <ac:grpSpMkLst>
            <pc:docMk/>
            <pc:sldMk cId="3630852041" sldId="267"/>
            <ac:grpSpMk id="2" creationId="{646D338B-1029-C5AC-C714-A096BDF4349A}"/>
          </ac:grpSpMkLst>
        </pc:grpChg>
        <pc:grpChg chg="add mod">
          <ac:chgData name="Shoshana Bornstein" userId="f554c3c9-fe37-4002-839e-f8c6431ec2da" providerId="ADAL" clId="{4DB5F164-7651-DD40-AC9E-883133A5A61B}" dt="2022-12-09T01:10:30.682" v="9361" actId="1076"/>
          <ac:grpSpMkLst>
            <pc:docMk/>
            <pc:sldMk cId="3630852041" sldId="267"/>
            <ac:grpSpMk id="4" creationId="{7A4C4DAF-B428-E5A9-4340-1622F26F4169}"/>
          </ac:grpSpMkLst>
        </pc:grpChg>
        <pc:picChg chg="add del mod">
          <ac:chgData name="Shoshana Bornstein" userId="f554c3c9-fe37-4002-839e-f8c6431ec2da" providerId="ADAL" clId="{4DB5F164-7651-DD40-AC9E-883133A5A61B}" dt="2022-12-07T01:32:58.245" v="8665"/>
          <ac:picMkLst>
            <pc:docMk/>
            <pc:sldMk cId="3630852041" sldId="267"/>
            <ac:picMk id="3" creationId="{B7CD78EB-E90B-ED2A-5A06-A78A08C943A3}"/>
          </ac:picMkLst>
        </pc:picChg>
        <pc:picChg chg="add mod">
          <ac:chgData name="Shoshana Bornstein" userId="f554c3c9-fe37-4002-839e-f8c6431ec2da" providerId="ADAL" clId="{4DB5F164-7651-DD40-AC9E-883133A5A61B}" dt="2022-11-24T23:50:58.475" v="4044" actId="164"/>
          <ac:picMkLst>
            <pc:docMk/>
            <pc:sldMk cId="3630852041" sldId="267"/>
            <ac:picMk id="5" creationId="{85441D65-EB87-7FF3-97F6-7FC9F17E6B8C}"/>
          </ac:picMkLst>
        </pc:picChg>
        <pc:picChg chg="add mod modCrop">
          <ac:chgData name="Shoshana Bornstein" userId="f554c3c9-fe37-4002-839e-f8c6431ec2da" providerId="ADAL" clId="{4DB5F164-7651-DD40-AC9E-883133A5A61B}" dt="2022-12-09T01:10:35.654" v="9363" actId="1076"/>
          <ac:picMkLst>
            <pc:docMk/>
            <pc:sldMk cId="3630852041" sldId="267"/>
            <ac:picMk id="6" creationId="{A8F4CB87-6AF2-B64B-6358-9DF625EA6BC4}"/>
          </ac:picMkLst>
        </pc:picChg>
        <pc:picChg chg="add mod">
          <ac:chgData name="Shoshana Bornstein" userId="f554c3c9-fe37-4002-839e-f8c6431ec2da" providerId="ADAL" clId="{4DB5F164-7651-DD40-AC9E-883133A5A61B}" dt="2022-11-24T23:52:22.540" v="4059" actId="164"/>
          <ac:picMkLst>
            <pc:docMk/>
            <pc:sldMk cId="3630852041" sldId="267"/>
            <ac:picMk id="7" creationId="{B598F712-CF1F-0A16-5A45-17B341758AF1}"/>
          </ac:picMkLst>
        </pc:picChg>
        <pc:picChg chg="add del mod">
          <ac:chgData name="Shoshana Bornstein" userId="f554c3c9-fe37-4002-839e-f8c6431ec2da" providerId="ADAL" clId="{4DB5F164-7651-DD40-AC9E-883133A5A61B}" dt="2022-12-07T01:33:08.506" v="8667"/>
          <ac:picMkLst>
            <pc:docMk/>
            <pc:sldMk cId="3630852041" sldId="267"/>
            <ac:picMk id="10" creationId="{1C95E0F0-A651-7AAD-0F1F-16CFCCB9B41D}"/>
          </ac:picMkLst>
        </pc:picChg>
        <pc:picChg chg="add del mod">
          <ac:chgData name="Shoshana Bornstein" userId="f554c3c9-fe37-4002-839e-f8c6431ec2da" providerId="ADAL" clId="{4DB5F164-7651-DD40-AC9E-883133A5A61B}" dt="2022-12-07T01:33:31.088" v="8669"/>
          <ac:picMkLst>
            <pc:docMk/>
            <pc:sldMk cId="3630852041" sldId="267"/>
            <ac:picMk id="11" creationId="{C6ED5ED1-02F9-7F70-8DA3-17722C3CC440}"/>
          </ac:picMkLst>
        </pc:picChg>
        <pc:picChg chg="add del mod">
          <ac:chgData name="Shoshana Bornstein" userId="f554c3c9-fe37-4002-839e-f8c6431ec2da" providerId="ADAL" clId="{4DB5F164-7651-DD40-AC9E-883133A5A61B}" dt="2022-12-07T01:34:52.221" v="8707"/>
          <ac:picMkLst>
            <pc:docMk/>
            <pc:sldMk cId="3630852041" sldId="267"/>
            <ac:picMk id="13" creationId="{E3F40AA9-04A2-1BF4-EAEC-275BD7BB45E0}"/>
          </ac:picMkLst>
        </pc:picChg>
        <pc:picChg chg="add del mod">
          <ac:chgData name="Shoshana Bornstein" userId="f554c3c9-fe37-4002-839e-f8c6431ec2da" providerId="ADAL" clId="{4DB5F164-7651-DD40-AC9E-883133A5A61B}" dt="2022-12-07T01:35:44.926" v="8709"/>
          <ac:picMkLst>
            <pc:docMk/>
            <pc:sldMk cId="3630852041" sldId="267"/>
            <ac:picMk id="14" creationId="{20EC8AB3-3F4B-0DA4-5D66-E6C99D1D926C}"/>
          </ac:picMkLst>
        </pc:picChg>
        <pc:picChg chg="add mod">
          <ac:chgData name="Shoshana Bornstein" userId="f554c3c9-fe37-4002-839e-f8c6431ec2da" providerId="ADAL" clId="{4DB5F164-7651-DD40-AC9E-883133A5A61B}" dt="2022-12-07T01:36:58.004" v="8710"/>
          <ac:picMkLst>
            <pc:docMk/>
            <pc:sldMk cId="3630852041" sldId="267"/>
            <ac:picMk id="15" creationId="{C44761C2-835A-88F8-39C3-2C8CDA529B56}"/>
          </ac:picMkLst>
        </pc:picChg>
        <pc:picChg chg="add del mod">
          <ac:chgData name="Shoshana Bornstein" userId="f554c3c9-fe37-4002-839e-f8c6431ec2da" providerId="ADAL" clId="{4DB5F164-7651-DD40-AC9E-883133A5A61B}" dt="2022-12-05T03:13:49.546" v="8158" actId="478"/>
          <ac:picMkLst>
            <pc:docMk/>
            <pc:sldMk cId="3630852041" sldId="267"/>
            <ac:picMk id="1026" creationId="{BB153652-0C5E-EC7F-51FC-3D1BC028F522}"/>
          </ac:picMkLst>
        </pc:picChg>
        <pc:picChg chg="add del mod">
          <ac:chgData name="Shoshana Bornstein" userId="f554c3c9-fe37-4002-839e-f8c6431ec2da" providerId="ADAL" clId="{4DB5F164-7651-DD40-AC9E-883133A5A61B}" dt="2022-12-05T03:13:55.415" v="8159" actId="478"/>
          <ac:picMkLst>
            <pc:docMk/>
            <pc:sldMk cId="3630852041" sldId="267"/>
            <ac:picMk id="1028" creationId="{3A11C1FC-2805-53BB-B033-367E81DB1983}"/>
          </ac:picMkLst>
        </pc:picChg>
      </pc:sldChg>
      <pc:sldChg chg="addSp delSp modSp new mod ord modTransition delAnim modAnim modNotesTx">
        <pc:chgData name="Shoshana Bornstein" userId="f554c3c9-fe37-4002-839e-f8c6431ec2da" providerId="ADAL" clId="{4DB5F164-7651-DD40-AC9E-883133A5A61B}" dt="2022-12-09T01:37:56.218" v="9454" actId="1076"/>
        <pc:sldMkLst>
          <pc:docMk/>
          <pc:sldMk cId="1084853325" sldId="268"/>
        </pc:sldMkLst>
        <pc:spChg chg="add mod">
          <ac:chgData name="Shoshana Bornstein" userId="f554c3c9-fe37-4002-839e-f8c6431ec2da" providerId="ADAL" clId="{4DB5F164-7651-DD40-AC9E-883133A5A61B}" dt="2022-12-09T01:02:53.450" v="9125" actId="1076"/>
          <ac:spMkLst>
            <pc:docMk/>
            <pc:sldMk cId="1084853325" sldId="268"/>
            <ac:spMk id="3" creationId="{7CF39378-5533-6677-DBF8-8139BFF27071}"/>
          </ac:spMkLst>
        </pc:spChg>
        <pc:spChg chg="add del mod">
          <ac:chgData name="Shoshana Bornstein" userId="f554c3c9-fe37-4002-839e-f8c6431ec2da" providerId="ADAL" clId="{4DB5F164-7651-DD40-AC9E-883133A5A61B}" dt="2022-11-25T03:43:24.612" v="7643" actId="478"/>
          <ac:spMkLst>
            <pc:docMk/>
            <pc:sldMk cId="1084853325" sldId="268"/>
            <ac:spMk id="3" creationId="{CA791314-7F47-D50E-FE01-76B169EC9560}"/>
          </ac:spMkLst>
        </pc:spChg>
        <pc:spChg chg="add mod">
          <ac:chgData name="Shoshana Bornstein" userId="f554c3c9-fe37-4002-839e-f8c6431ec2da" providerId="ADAL" clId="{4DB5F164-7651-DD40-AC9E-883133A5A61B}" dt="2022-12-08T21:02:32.330" v="8955" actId="255"/>
          <ac:spMkLst>
            <pc:docMk/>
            <pc:sldMk cId="1084853325" sldId="268"/>
            <ac:spMk id="4" creationId="{68996F02-7EFE-0C07-DC5C-9D0D5D5F47A9}"/>
          </ac:spMkLst>
        </pc:spChg>
        <pc:spChg chg="add mod">
          <ac:chgData name="Shoshana Bornstein" userId="f554c3c9-fe37-4002-839e-f8c6431ec2da" providerId="ADAL" clId="{4DB5F164-7651-DD40-AC9E-883133A5A61B}" dt="2022-11-25T03:43:19.086" v="7642" actId="114"/>
          <ac:spMkLst>
            <pc:docMk/>
            <pc:sldMk cId="1084853325" sldId="268"/>
            <ac:spMk id="5" creationId="{6529DEDB-4CC8-2D62-AE01-5B48443A0E77}"/>
          </ac:spMkLst>
        </pc:spChg>
        <pc:spChg chg="add del mod">
          <ac:chgData name="Shoshana Bornstein" userId="f554c3c9-fe37-4002-839e-f8c6431ec2da" providerId="ADAL" clId="{4DB5F164-7651-DD40-AC9E-883133A5A61B}" dt="2022-11-24T03:50:20.282" v="2562" actId="478"/>
          <ac:spMkLst>
            <pc:docMk/>
            <pc:sldMk cId="1084853325" sldId="268"/>
            <ac:spMk id="5" creationId="{D03C5C08-EF91-72E9-B94B-BE21BC9DC407}"/>
          </ac:spMkLst>
        </pc:spChg>
        <pc:spChg chg="add del mod">
          <ac:chgData name="Shoshana Bornstein" userId="f554c3c9-fe37-4002-839e-f8c6431ec2da" providerId="ADAL" clId="{4DB5F164-7651-DD40-AC9E-883133A5A61B}" dt="2022-11-25T00:14:15.737" v="4369" actId="478"/>
          <ac:spMkLst>
            <pc:docMk/>
            <pc:sldMk cId="1084853325" sldId="268"/>
            <ac:spMk id="6" creationId="{433E538A-02C4-7BC7-10A5-3527EF038F0E}"/>
          </ac:spMkLst>
        </pc:spChg>
        <pc:spChg chg="add mod">
          <ac:chgData name="Shoshana Bornstein" userId="f554c3c9-fe37-4002-839e-f8c6431ec2da" providerId="ADAL" clId="{4DB5F164-7651-DD40-AC9E-883133A5A61B}" dt="2022-12-09T01:02:45.750" v="9123" actId="1076"/>
          <ac:spMkLst>
            <pc:docMk/>
            <pc:sldMk cId="1084853325" sldId="268"/>
            <ac:spMk id="7" creationId="{A059C34D-270B-505F-7C85-4E53868EEF14}"/>
          </ac:spMkLst>
        </pc:spChg>
        <pc:spChg chg="add del mod">
          <ac:chgData name="Shoshana Bornstein" userId="f554c3c9-fe37-4002-839e-f8c6431ec2da" providerId="ADAL" clId="{4DB5F164-7651-DD40-AC9E-883133A5A61B}" dt="2022-11-24T03:50:29.393" v="2566" actId="22"/>
          <ac:spMkLst>
            <pc:docMk/>
            <pc:sldMk cId="1084853325" sldId="268"/>
            <ac:spMk id="7" creationId="{EB6371AB-19D2-D72F-400B-279698402B83}"/>
          </ac:spMkLst>
        </pc:spChg>
        <pc:spChg chg="add mod">
          <ac:chgData name="Shoshana Bornstein" userId="f554c3c9-fe37-4002-839e-f8c6431ec2da" providerId="ADAL" clId="{4DB5F164-7651-DD40-AC9E-883133A5A61B}" dt="2022-11-24T23:40:09.600" v="3637" actId="1076"/>
          <ac:spMkLst>
            <pc:docMk/>
            <pc:sldMk cId="1084853325" sldId="268"/>
            <ac:spMk id="8" creationId="{F1288060-CCEE-F732-B0D3-FBAB9AAEB5A0}"/>
          </ac:spMkLst>
        </pc:spChg>
        <pc:spChg chg="add mod">
          <ac:chgData name="Shoshana Bornstein" userId="f554c3c9-fe37-4002-839e-f8c6431ec2da" providerId="ADAL" clId="{4DB5F164-7651-DD40-AC9E-883133A5A61B}" dt="2022-12-09T01:04:51.050" v="9142" actId="1076"/>
          <ac:spMkLst>
            <pc:docMk/>
            <pc:sldMk cId="1084853325" sldId="268"/>
            <ac:spMk id="9" creationId="{4F9C27F0-ADFE-E48A-3C0E-F9CAFDD47BDA}"/>
          </ac:spMkLst>
        </pc:spChg>
        <pc:spChg chg="add del mod">
          <ac:chgData name="Shoshana Bornstein" userId="f554c3c9-fe37-4002-839e-f8c6431ec2da" providerId="ADAL" clId="{4DB5F164-7651-DD40-AC9E-883133A5A61B}" dt="2022-12-08T21:02:25.446" v="8954" actId="478"/>
          <ac:spMkLst>
            <pc:docMk/>
            <pc:sldMk cId="1084853325" sldId="268"/>
            <ac:spMk id="11" creationId="{69B79420-81EA-9D4F-238B-D02074585237}"/>
          </ac:spMkLst>
        </pc:spChg>
        <pc:spChg chg="add mod">
          <ac:chgData name="Shoshana Bornstein" userId="f554c3c9-fe37-4002-839e-f8c6431ec2da" providerId="ADAL" clId="{4DB5F164-7651-DD40-AC9E-883133A5A61B}" dt="2022-12-09T01:37:56.218" v="9454" actId="1076"/>
          <ac:spMkLst>
            <pc:docMk/>
            <pc:sldMk cId="1084853325" sldId="268"/>
            <ac:spMk id="13" creationId="{CB50C19C-FB9D-4355-11A2-2138FB9010CF}"/>
          </ac:spMkLst>
        </pc:spChg>
        <pc:spChg chg="add mod">
          <ac:chgData name="Shoshana Bornstein" userId="f554c3c9-fe37-4002-839e-f8c6431ec2da" providerId="ADAL" clId="{4DB5F164-7651-DD40-AC9E-883133A5A61B}" dt="2022-12-09T01:05:04.782" v="9146" actId="1076"/>
          <ac:spMkLst>
            <pc:docMk/>
            <pc:sldMk cId="1084853325" sldId="268"/>
            <ac:spMk id="14" creationId="{72E87EB0-5551-5508-EAE8-0CC5DDA9D13B}"/>
          </ac:spMkLst>
        </pc:spChg>
        <pc:spChg chg="add mod">
          <ac:chgData name="Shoshana Bornstein" userId="f554c3c9-fe37-4002-839e-f8c6431ec2da" providerId="ADAL" clId="{4DB5F164-7651-DD40-AC9E-883133A5A61B}" dt="2022-12-09T01:05:49.084" v="9155" actId="1076"/>
          <ac:spMkLst>
            <pc:docMk/>
            <pc:sldMk cId="1084853325" sldId="268"/>
            <ac:spMk id="15" creationId="{613EC2F7-EEB0-54A6-2750-53B8C537E2CC}"/>
          </ac:spMkLst>
        </pc:spChg>
        <pc:picChg chg="add mod">
          <ac:chgData name="Shoshana Bornstein" userId="f554c3c9-fe37-4002-839e-f8c6431ec2da" providerId="ADAL" clId="{4DB5F164-7651-DD40-AC9E-883133A5A61B}" dt="2022-11-29T23:00:22.418" v="7945" actId="1076"/>
          <ac:picMkLst>
            <pc:docMk/>
            <pc:sldMk cId="1084853325" sldId="268"/>
            <ac:picMk id="2" creationId="{C7C23DAC-2EC8-9563-333A-0CEAF0199A59}"/>
          </ac:picMkLst>
        </pc:picChg>
        <pc:picChg chg="add del mod">
          <ac:chgData name="Shoshana Bornstein" userId="f554c3c9-fe37-4002-839e-f8c6431ec2da" providerId="ADAL" clId="{4DB5F164-7651-DD40-AC9E-883133A5A61B}" dt="2022-12-07T01:03:14.325" v="8522"/>
          <ac:picMkLst>
            <pc:docMk/>
            <pc:sldMk cId="1084853325" sldId="268"/>
            <ac:picMk id="3" creationId="{385C8B5D-76E2-FDB3-FB7A-66F19C92B3E5}"/>
          </ac:picMkLst>
        </pc:picChg>
        <pc:picChg chg="add del mod">
          <ac:chgData name="Shoshana Bornstein" userId="f554c3c9-fe37-4002-839e-f8c6431ec2da" providerId="ADAL" clId="{4DB5F164-7651-DD40-AC9E-883133A5A61B}" dt="2022-11-24T03:40:04.777" v="2336"/>
          <ac:picMkLst>
            <pc:docMk/>
            <pc:sldMk cId="1084853325" sldId="268"/>
            <ac:picMk id="3" creationId="{F3FB50DA-2D1A-5A4F-0CB5-6ACD46C02023}"/>
          </ac:picMkLst>
        </pc:picChg>
        <pc:picChg chg="add del mod">
          <ac:chgData name="Shoshana Bornstein" userId="f554c3c9-fe37-4002-839e-f8c6431ec2da" providerId="ADAL" clId="{4DB5F164-7651-DD40-AC9E-883133A5A61B}" dt="2022-12-07T01:03:30.413" v="8524"/>
          <ac:picMkLst>
            <pc:docMk/>
            <pc:sldMk cId="1084853325" sldId="268"/>
            <ac:picMk id="6" creationId="{E9A28BE5-5264-746C-C362-F300405C191F}"/>
          </ac:picMkLst>
        </pc:picChg>
        <pc:picChg chg="add mod">
          <ac:chgData name="Shoshana Bornstein" userId="f554c3c9-fe37-4002-839e-f8c6431ec2da" providerId="ADAL" clId="{4DB5F164-7651-DD40-AC9E-883133A5A61B}" dt="2022-12-09T01:37:52.151" v="9453" actId="1076"/>
          <ac:picMkLst>
            <pc:docMk/>
            <pc:sldMk cId="1084853325" sldId="268"/>
            <ac:picMk id="10" creationId="{8546F525-9BA2-231F-FCCA-EE70A5A3309F}"/>
          </ac:picMkLst>
        </pc:picChg>
        <pc:picChg chg="add mod">
          <ac:chgData name="Shoshana Bornstein" userId="f554c3c9-fe37-4002-839e-f8c6431ec2da" providerId="ADAL" clId="{4DB5F164-7651-DD40-AC9E-883133A5A61B}" dt="2022-12-09T01:03:10.069" v="9130" actId="14100"/>
          <ac:picMkLst>
            <pc:docMk/>
            <pc:sldMk cId="1084853325" sldId="268"/>
            <ac:picMk id="12" creationId="{440DCC8A-44DC-7C7F-A411-E23A5D8A6BFF}"/>
          </ac:picMkLst>
        </pc:picChg>
        <pc:picChg chg="add del mod">
          <ac:chgData name="Shoshana Bornstein" userId="f554c3c9-fe37-4002-839e-f8c6431ec2da" providerId="ADAL" clId="{4DB5F164-7651-DD40-AC9E-883133A5A61B}" dt="2022-12-07T01:05:09.751" v="8528" actId="478"/>
          <ac:picMkLst>
            <pc:docMk/>
            <pc:sldMk cId="1084853325" sldId="268"/>
            <ac:picMk id="12" creationId="{BD21D69D-ACD0-C12A-AC63-E6921089C989}"/>
          </ac:picMkLst>
        </pc:picChg>
        <pc:picChg chg="add del mod">
          <ac:chgData name="Shoshana Bornstein" userId="f554c3c9-fe37-4002-839e-f8c6431ec2da" providerId="ADAL" clId="{4DB5F164-7651-DD40-AC9E-883133A5A61B}" dt="2022-12-07T01:03:48.439" v="8526"/>
          <ac:picMkLst>
            <pc:docMk/>
            <pc:sldMk cId="1084853325" sldId="268"/>
            <ac:picMk id="14" creationId="{8DE7138E-33D6-5428-DCEA-215FBEDC6052}"/>
          </ac:picMkLst>
        </pc:picChg>
        <pc:picChg chg="add mod">
          <ac:chgData name="Shoshana Bornstein" userId="f554c3c9-fe37-4002-839e-f8c6431ec2da" providerId="ADAL" clId="{4DB5F164-7651-DD40-AC9E-883133A5A61B}" dt="2022-12-09T01:04:52.434" v="9143" actId="1076"/>
          <ac:picMkLst>
            <pc:docMk/>
            <pc:sldMk cId="1084853325" sldId="268"/>
            <ac:picMk id="16" creationId="{365F8FC3-47D5-9CF3-E3F0-5AC911B16B00}"/>
          </ac:picMkLst>
        </pc:picChg>
        <pc:picChg chg="add del mod">
          <ac:chgData name="Shoshana Bornstein" userId="f554c3c9-fe37-4002-839e-f8c6431ec2da" providerId="ADAL" clId="{4DB5F164-7651-DD40-AC9E-883133A5A61B}" dt="2022-12-07T01:05:43.764" v="8536"/>
          <ac:picMkLst>
            <pc:docMk/>
            <pc:sldMk cId="1084853325" sldId="268"/>
            <ac:picMk id="17" creationId="{7FE13479-5487-4CB1-FB38-AFCEDACE68FC}"/>
          </ac:picMkLst>
        </pc:picChg>
        <pc:picChg chg="add del mod">
          <ac:chgData name="Shoshana Bornstein" userId="f554c3c9-fe37-4002-839e-f8c6431ec2da" providerId="ADAL" clId="{4DB5F164-7651-DD40-AC9E-883133A5A61B}" dt="2022-12-07T01:06:52.198" v="8538"/>
          <ac:picMkLst>
            <pc:docMk/>
            <pc:sldMk cId="1084853325" sldId="268"/>
            <ac:picMk id="18" creationId="{068E4720-3F89-B745-66FB-9693B37F36FE}"/>
          </ac:picMkLst>
        </pc:picChg>
        <pc:picChg chg="add del mod">
          <ac:chgData name="Shoshana Bornstein" userId="f554c3c9-fe37-4002-839e-f8c6431ec2da" providerId="ADAL" clId="{4DB5F164-7651-DD40-AC9E-883133A5A61B}" dt="2022-12-07T01:08:42.433" v="8546"/>
          <ac:picMkLst>
            <pc:docMk/>
            <pc:sldMk cId="1084853325" sldId="268"/>
            <ac:picMk id="19" creationId="{98ED2695-65D2-CB01-BE10-AF2C00F74FD1}"/>
          </ac:picMkLst>
        </pc:picChg>
        <pc:picChg chg="add mod">
          <ac:chgData name="Shoshana Bornstein" userId="f554c3c9-fe37-4002-839e-f8c6431ec2da" providerId="ADAL" clId="{4DB5F164-7651-DD40-AC9E-883133A5A61B}" dt="2022-12-07T01:09:32.558" v="8547"/>
          <ac:picMkLst>
            <pc:docMk/>
            <pc:sldMk cId="1084853325" sldId="268"/>
            <ac:picMk id="20" creationId="{EA041F72-CEC3-3D21-19FD-B91F8FEFDD56}"/>
          </ac:picMkLst>
        </pc:picChg>
      </pc:sldChg>
      <pc:sldChg chg="addSp delSp modSp new mod ord modNotesTx">
        <pc:chgData name="Shoshana Bornstein" userId="f554c3c9-fe37-4002-839e-f8c6431ec2da" providerId="ADAL" clId="{4DB5F164-7651-DD40-AC9E-883133A5A61B}" dt="2022-12-09T01:37:45.937" v="9452" actId="478"/>
        <pc:sldMkLst>
          <pc:docMk/>
          <pc:sldMk cId="3510418224" sldId="269"/>
        </pc:sldMkLst>
        <pc:spChg chg="add mod">
          <ac:chgData name="Shoshana Bornstein" userId="f554c3c9-fe37-4002-839e-f8c6431ec2da" providerId="ADAL" clId="{4DB5F164-7651-DD40-AC9E-883133A5A61B}" dt="2022-11-25T00:48:22.806" v="4869" actId="1076"/>
          <ac:spMkLst>
            <pc:docMk/>
            <pc:sldMk cId="3510418224" sldId="269"/>
            <ac:spMk id="3" creationId="{43611B2A-F558-8B80-B594-ADA14D2EB3D4}"/>
          </ac:spMkLst>
        </pc:spChg>
        <pc:spChg chg="add mod">
          <ac:chgData name="Shoshana Bornstein" userId="f554c3c9-fe37-4002-839e-f8c6431ec2da" providerId="ADAL" clId="{4DB5F164-7651-DD40-AC9E-883133A5A61B}" dt="2022-12-09T01:07:42.966" v="9240" actId="1076"/>
          <ac:spMkLst>
            <pc:docMk/>
            <pc:sldMk cId="3510418224" sldId="269"/>
            <ac:spMk id="4" creationId="{18B09A65-D940-0418-40B5-ADC0B8C5E4FC}"/>
          </ac:spMkLst>
        </pc:spChg>
        <pc:spChg chg="add mod">
          <ac:chgData name="Shoshana Bornstein" userId="f554c3c9-fe37-4002-839e-f8c6431ec2da" providerId="ADAL" clId="{4DB5F164-7651-DD40-AC9E-883133A5A61B}" dt="2022-11-25T03:43:45.167" v="7645" actId="114"/>
          <ac:spMkLst>
            <pc:docMk/>
            <pc:sldMk cId="3510418224" sldId="269"/>
            <ac:spMk id="5" creationId="{2C7D284B-5F2E-79BF-1B1B-856AB99FD2A7}"/>
          </ac:spMkLst>
        </pc:spChg>
        <pc:spChg chg="add del mod">
          <ac:chgData name="Shoshana Bornstein" userId="f554c3c9-fe37-4002-839e-f8c6431ec2da" providerId="ADAL" clId="{4DB5F164-7651-DD40-AC9E-883133A5A61B}" dt="2022-11-24T03:57:19.620" v="2778"/>
          <ac:spMkLst>
            <pc:docMk/>
            <pc:sldMk cId="3510418224" sldId="269"/>
            <ac:spMk id="5" creationId="{85C66B70-7D94-A9CB-8C9C-10E65A633F4F}"/>
          </ac:spMkLst>
        </pc:spChg>
        <pc:spChg chg="add mod">
          <ac:chgData name="Shoshana Bornstein" userId="f554c3c9-fe37-4002-839e-f8c6431ec2da" providerId="ADAL" clId="{4DB5F164-7651-DD40-AC9E-883133A5A61B}" dt="2022-12-09T01:07:54.784" v="9242" actId="1076"/>
          <ac:spMkLst>
            <pc:docMk/>
            <pc:sldMk cId="3510418224" sldId="269"/>
            <ac:spMk id="6" creationId="{F3C0F7A2-4228-D13E-3FEA-3EE17F668A6F}"/>
          </ac:spMkLst>
        </pc:spChg>
        <pc:spChg chg="add mod">
          <ac:chgData name="Shoshana Bornstein" userId="f554c3c9-fe37-4002-839e-f8c6431ec2da" providerId="ADAL" clId="{4DB5F164-7651-DD40-AC9E-883133A5A61B}" dt="2022-12-09T01:08:00.199" v="9243" actId="1076"/>
          <ac:spMkLst>
            <pc:docMk/>
            <pc:sldMk cId="3510418224" sldId="269"/>
            <ac:spMk id="8" creationId="{0C68AC17-ACA9-9A77-B160-5364112FF555}"/>
          </ac:spMkLst>
        </pc:spChg>
        <pc:spChg chg="add mod">
          <ac:chgData name="Shoshana Bornstein" userId="f554c3c9-fe37-4002-839e-f8c6431ec2da" providerId="ADAL" clId="{4DB5F164-7651-DD40-AC9E-883133A5A61B}" dt="2022-12-09T01:08:24.483" v="9248" actId="1076"/>
          <ac:spMkLst>
            <pc:docMk/>
            <pc:sldMk cId="3510418224" sldId="269"/>
            <ac:spMk id="10" creationId="{3D38D02B-CE4F-3E3C-041A-FB507F86E2DB}"/>
          </ac:spMkLst>
        </pc:spChg>
        <pc:spChg chg="add del mod topLvl">
          <ac:chgData name="Shoshana Bornstein" userId="f554c3c9-fe37-4002-839e-f8c6431ec2da" providerId="ADAL" clId="{4DB5F164-7651-DD40-AC9E-883133A5A61B}" dt="2022-12-09T01:37:41.403" v="9450" actId="478"/>
          <ac:spMkLst>
            <pc:docMk/>
            <pc:sldMk cId="3510418224" sldId="269"/>
            <ac:spMk id="12" creationId="{91FB290E-209E-53DC-7651-A84EB80B342F}"/>
          </ac:spMkLst>
        </pc:spChg>
        <pc:spChg chg="add del mod">
          <ac:chgData name="Shoshana Bornstein" userId="f554c3c9-fe37-4002-839e-f8c6431ec2da" providerId="ADAL" clId="{4DB5F164-7651-DD40-AC9E-883133A5A61B}" dt="2022-11-25T01:54:38.814" v="4893" actId="478"/>
          <ac:spMkLst>
            <pc:docMk/>
            <pc:sldMk cId="3510418224" sldId="269"/>
            <ac:spMk id="14" creationId="{8CBBF635-82D2-2472-CE02-EFFDBE1A1BD3}"/>
          </ac:spMkLst>
        </pc:spChg>
        <pc:spChg chg="add del mod">
          <ac:chgData name="Shoshana Bornstein" userId="f554c3c9-fe37-4002-839e-f8c6431ec2da" providerId="ADAL" clId="{4DB5F164-7651-DD40-AC9E-883133A5A61B}" dt="2022-11-25T02:55:55.420" v="4926" actId="478"/>
          <ac:spMkLst>
            <pc:docMk/>
            <pc:sldMk cId="3510418224" sldId="269"/>
            <ac:spMk id="15" creationId="{73DD5532-CEB6-AB3A-232D-DE9EF4260399}"/>
          </ac:spMkLst>
        </pc:spChg>
        <pc:spChg chg="add del mod">
          <ac:chgData name="Shoshana Bornstein" userId="f554c3c9-fe37-4002-839e-f8c6431ec2da" providerId="ADAL" clId="{4DB5F164-7651-DD40-AC9E-883133A5A61B}" dt="2022-12-09T01:37:45.937" v="9452" actId="478"/>
          <ac:spMkLst>
            <pc:docMk/>
            <pc:sldMk cId="3510418224" sldId="269"/>
            <ac:spMk id="15" creationId="{FD20CCB7-EF71-9589-E89E-96C8466CB07F}"/>
          </ac:spMkLst>
        </pc:spChg>
        <pc:spChg chg="add mod">
          <ac:chgData name="Shoshana Bornstein" userId="f554c3c9-fe37-4002-839e-f8c6431ec2da" providerId="ADAL" clId="{4DB5F164-7651-DD40-AC9E-883133A5A61B}" dt="2022-12-09T01:09:16.728" v="9350" actId="313"/>
          <ac:spMkLst>
            <pc:docMk/>
            <pc:sldMk cId="3510418224" sldId="269"/>
            <ac:spMk id="16" creationId="{BECE27A1-0D91-B768-BE94-0F2902D73CD7}"/>
          </ac:spMkLst>
        </pc:spChg>
        <pc:grpChg chg="add del mod">
          <ac:chgData name="Shoshana Bornstein" userId="f554c3c9-fe37-4002-839e-f8c6431ec2da" providerId="ADAL" clId="{4DB5F164-7651-DD40-AC9E-883133A5A61B}" dt="2022-12-09T01:37:41.403" v="9450" actId="478"/>
          <ac:grpSpMkLst>
            <pc:docMk/>
            <pc:sldMk cId="3510418224" sldId="269"/>
            <ac:grpSpMk id="13" creationId="{87A9A567-6F33-CC4A-9B59-7E58521A2921}"/>
          </ac:grpSpMkLst>
        </pc:grpChg>
        <pc:picChg chg="add mod">
          <ac:chgData name="Shoshana Bornstein" userId="f554c3c9-fe37-4002-839e-f8c6431ec2da" providerId="ADAL" clId="{4DB5F164-7651-DD40-AC9E-883133A5A61B}" dt="2022-11-25T00:26:13.110" v="4676" actId="1076"/>
          <ac:picMkLst>
            <pc:docMk/>
            <pc:sldMk cId="3510418224" sldId="269"/>
            <ac:picMk id="2" creationId="{FDA8FFFC-4333-9B3F-7079-C843B4B35C95}"/>
          </ac:picMkLst>
        </pc:picChg>
        <pc:picChg chg="add mod topLvl">
          <ac:chgData name="Shoshana Bornstein" userId="f554c3c9-fe37-4002-839e-f8c6431ec2da" providerId="ADAL" clId="{4DB5F164-7651-DD40-AC9E-883133A5A61B}" dt="2022-12-09T01:37:41.403" v="9450" actId="478"/>
          <ac:picMkLst>
            <pc:docMk/>
            <pc:sldMk cId="3510418224" sldId="269"/>
            <ac:picMk id="7" creationId="{7C7EE901-3A2E-36FA-647E-FBFF7313AE5B}"/>
          </ac:picMkLst>
        </pc:picChg>
        <pc:picChg chg="add mod">
          <ac:chgData name="Shoshana Bornstein" userId="f554c3c9-fe37-4002-839e-f8c6431ec2da" providerId="ADAL" clId="{4DB5F164-7651-DD40-AC9E-883133A5A61B}" dt="2022-12-09T01:09:06.200" v="9348" actId="1076"/>
          <ac:picMkLst>
            <pc:docMk/>
            <pc:sldMk cId="3510418224" sldId="269"/>
            <ac:picMk id="9" creationId="{448CF009-9A2F-1A4F-F127-F11F4A524AAF}"/>
          </ac:picMkLst>
        </pc:picChg>
        <pc:picChg chg="add mod">
          <ac:chgData name="Shoshana Bornstein" userId="f554c3c9-fe37-4002-839e-f8c6431ec2da" providerId="ADAL" clId="{4DB5F164-7651-DD40-AC9E-883133A5A61B}" dt="2022-12-09T01:07:47.338" v="9241" actId="1076"/>
          <ac:picMkLst>
            <pc:docMk/>
            <pc:sldMk cId="3510418224" sldId="269"/>
            <ac:picMk id="11" creationId="{1796A88B-D101-1023-8C6F-BA4EC5C0F3A7}"/>
          </ac:picMkLst>
        </pc:picChg>
        <pc:picChg chg="add mod">
          <ac:chgData name="Shoshana Bornstein" userId="f554c3c9-fe37-4002-839e-f8c6431ec2da" providerId="ADAL" clId="{4DB5F164-7651-DD40-AC9E-883133A5A61B}" dt="2022-12-07T01:11:17.989" v="8548"/>
          <ac:picMkLst>
            <pc:docMk/>
            <pc:sldMk cId="3510418224" sldId="269"/>
            <ac:picMk id="14" creationId="{5068BB1F-896C-88AD-2199-1EADE1837BE5}"/>
          </ac:picMkLst>
        </pc:picChg>
      </pc:sldChg>
      <pc:sldChg chg="addSp delSp modSp new del mod setBg">
        <pc:chgData name="Shoshana Bornstein" userId="f554c3c9-fe37-4002-839e-f8c6431ec2da" providerId="ADAL" clId="{4DB5F164-7651-DD40-AC9E-883133A5A61B}" dt="2022-11-24T04:19:19.717" v="3102" actId="2696"/>
        <pc:sldMkLst>
          <pc:docMk/>
          <pc:sldMk cId="1217782985" sldId="270"/>
        </pc:sldMkLst>
        <pc:spChg chg="add">
          <ac:chgData name="Shoshana Bornstein" userId="f554c3c9-fe37-4002-839e-f8c6431ec2da" providerId="ADAL" clId="{4DB5F164-7651-DD40-AC9E-883133A5A61B}" dt="2022-11-24T04:14:23.273" v="3045" actId="26606"/>
          <ac:spMkLst>
            <pc:docMk/>
            <pc:sldMk cId="1217782985" sldId="270"/>
            <ac:spMk id="10" creationId="{FCD4699F-394D-47A6-A98E-D23D4E087E35}"/>
          </ac:spMkLst>
        </pc:spChg>
        <pc:picChg chg="add del mod ord">
          <ac:chgData name="Shoshana Bornstein" userId="f554c3c9-fe37-4002-839e-f8c6431ec2da" providerId="ADAL" clId="{4DB5F164-7651-DD40-AC9E-883133A5A61B}" dt="2022-11-24T04:14:45.549" v="3047" actId="478"/>
          <ac:picMkLst>
            <pc:docMk/>
            <pc:sldMk cId="1217782985" sldId="270"/>
            <ac:picMk id="3" creationId="{46C07082-0C15-4589-D53A-392D5A507DDB}"/>
          </ac:picMkLst>
        </pc:picChg>
        <pc:picChg chg="add del mod">
          <ac:chgData name="Shoshana Bornstein" userId="f554c3c9-fe37-4002-839e-f8c6431ec2da" providerId="ADAL" clId="{4DB5F164-7651-DD40-AC9E-883133A5A61B}" dt="2022-11-24T04:19:14.840" v="3101" actId="478"/>
          <ac:picMkLst>
            <pc:docMk/>
            <pc:sldMk cId="1217782985" sldId="270"/>
            <ac:picMk id="5" creationId="{8FDED72C-7E15-A7AB-CEB1-16D78866410B}"/>
          </ac:picMkLst>
        </pc:picChg>
      </pc:sldChg>
      <pc:sldChg chg="new del">
        <pc:chgData name="Shoshana Bornstein" userId="f554c3c9-fe37-4002-839e-f8c6431ec2da" providerId="ADAL" clId="{4DB5F164-7651-DD40-AC9E-883133A5A61B}" dt="2022-11-24T04:04:33.081" v="2995" actId="2696"/>
        <pc:sldMkLst>
          <pc:docMk/>
          <pc:sldMk cId="2064965771" sldId="270"/>
        </pc:sldMkLst>
      </pc:sldChg>
      <pc:sldChg chg="addSp delSp modSp new mod ord modTransition setBg modAnim modNotesTx">
        <pc:chgData name="Shoshana Bornstein" userId="f554c3c9-fe37-4002-839e-f8c6431ec2da" providerId="ADAL" clId="{4DB5F164-7651-DD40-AC9E-883133A5A61B}" dt="2022-12-09T01:33:54.966" v="9439"/>
        <pc:sldMkLst>
          <pc:docMk/>
          <pc:sldMk cId="2264754915" sldId="270"/>
        </pc:sldMkLst>
        <pc:spChg chg="add del mod">
          <ac:chgData name="Shoshana Bornstein" userId="f554c3c9-fe37-4002-839e-f8c6431ec2da" providerId="ADAL" clId="{4DB5F164-7651-DD40-AC9E-883133A5A61B}" dt="2022-11-25T03:18:37.730" v="6326"/>
          <ac:spMkLst>
            <pc:docMk/>
            <pc:sldMk cId="2264754915" sldId="270"/>
            <ac:spMk id="4" creationId="{CC27EF97-F5D3-8BBB-0AC4-F4CB2DD92681}"/>
          </ac:spMkLst>
        </pc:spChg>
        <pc:spChg chg="add del mod">
          <ac:chgData name="Shoshana Bornstein" userId="f554c3c9-fe37-4002-839e-f8c6431ec2da" providerId="ADAL" clId="{4DB5F164-7651-DD40-AC9E-883133A5A61B}" dt="2022-11-25T02:54:36.664" v="4916" actId="478"/>
          <ac:spMkLst>
            <pc:docMk/>
            <pc:sldMk cId="2264754915" sldId="270"/>
            <ac:spMk id="5" creationId="{669503B8-1EAB-D690-802F-281C61ABFCCB}"/>
          </ac:spMkLst>
        </pc:spChg>
        <pc:spChg chg="add mod">
          <ac:chgData name="Shoshana Bornstein" userId="f554c3c9-fe37-4002-839e-f8c6431ec2da" providerId="ADAL" clId="{4DB5F164-7651-DD40-AC9E-883133A5A61B}" dt="2022-12-08T01:28:12.753" v="8918" actId="1076"/>
          <ac:spMkLst>
            <pc:docMk/>
            <pc:sldMk cId="2264754915" sldId="270"/>
            <ac:spMk id="6" creationId="{540C87EF-CEEA-512E-1CBF-D21FCEAE458D}"/>
          </ac:spMkLst>
        </pc:spChg>
        <pc:spChg chg="add del">
          <ac:chgData name="Shoshana Bornstein" userId="f554c3c9-fe37-4002-839e-f8c6431ec2da" providerId="ADAL" clId="{4DB5F164-7651-DD40-AC9E-883133A5A61B}" dt="2022-11-24T23:31:03.757" v="3228" actId="26606"/>
          <ac:spMkLst>
            <pc:docMk/>
            <pc:sldMk cId="2264754915" sldId="270"/>
            <ac:spMk id="8" creationId="{4D3E83A4-5366-42B8-9E9E-2378A9446E4C}"/>
          </ac:spMkLst>
        </pc:spChg>
        <pc:spChg chg="add mod">
          <ac:chgData name="Shoshana Bornstein" userId="f554c3c9-fe37-4002-839e-f8c6431ec2da" providerId="ADAL" clId="{4DB5F164-7651-DD40-AC9E-883133A5A61B}" dt="2022-11-25T02:59:00.375" v="4964" actId="1076"/>
          <ac:spMkLst>
            <pc:docMk/>
            <pc:sldMk cId="2264754915" sldId="270"/>
            <ac:spMk id="9" creationId="{F17E9013-6F5A-6E89-2500-7ACE3F6BF334}"/>
          </ac:spMkLst>
        </pc:spChg>
        <pc:spChg chg="add del">
          <ac:chgData name="Shoshana Bornstein" userId="f554c3c9-fe37-4002-839e-f8c6431ec2da" providerId="ADAL" clId="{4DB5F164-7651-DD40-AC9E-883133A5A61B}" dt="2022-11-24T23:31:03.757" v="3228" actId="26606"/>
          <ac:spMkLst>
            <pc:docMk/>
            <pc:sldMk cId="2264754915" sldId="270"/>
            <ac:spMk id="10" creationId="{F06FA664-001A-4DAF-9837-CCBCD5DAE9EE}"/>
          </ac:spMkLst>
        </pc:spChg>
        <pc:spChg chg="add mod">
          <ac:chgData name="Shoshana Bornstein" userId="f554c3c9-fe37-4002-839e-f8c6431ec2da" providerId="ADAL" clId="{4DB5F164-7651-DD40-AC9E-883133A5A61B}" dt="2022-11-30T02:15:20.251" v="8100" actId="207"/>
          <ac:spMkLst>
            <pc:docMk/>
            <pc:sldMk cId="2264754915" sldId="270"/>
            <ac:spMk id="11" creationId="{6FE0E18B-FE96-68E6-8C42-494D58E37B24}"/>
          </ac:spMkLst>
        </pc:spChg>
        <pc:spChg chg="add del mod">
          <ac:chgData name="Shoshana Bornstein" userId="f554c3c9-fe37-4002-839e-f8c6431ec2da" providerId="ADAL" clId="{4DB5F164-7651-DD40-AC9E-883133A5A61B}" dt="2022-11-25T03:20:08.851" v="6399"/>
          <ac:spMkLst>
            <pc:docMk/>
            <pc:sldMk cId="2264754915" sldId="270"/>
            <ac:spMk id="12" creationId="{84D0E659-6487-5838-9159-776FA3C12D55}"/>
          </ac:spMkLst>
        </pc:spChg>
        <pc:spChg chg="add mod">
          <ac:chgData name="Shoshana Bornstein" userId="f554c3c9-fe37-4002-839e-f8c6431ec2da" providerId="ADAL" clId="{4DB5F164-7651-DD40-AC9E-883133A5A61B}" dt="2022-12-09T00:58:28.929" v="9099" actId="20577"/>
          <ac:spMkLst>
            <pc:docMk/>
            <pc:sldMk cId="2264754915" sldId="270"/>
            <ac:spMk id="13" creationId="{35154ECF-63E7-347A-3C4B-8A9CFBC9102D}"/>
          </ac:spMkLst>
        </pc:spChg>
        <pc:picChg chg="add del mod">
          <ac:chgData name="Shoshana Bornstein" userId="f554c3c9-fe37-4002-839e-f8c6431ec2da" providerId="ADAL" clId="{4DB5F164-7651-DD40-AC9E-883133A5A61B}" dt="2022-12-09T01:23:54.019" v="9375"/>
          <ac:picMkLst>
            <pc:docMk/>
            <pc:sldMk cId="2264754915" sldId="270"/>
            <ac:picMk id="2" creationId="{8F25AA13-8F5D-CA7E-4A99-0A99F202938C}"/>
          </ac:picMkLst>
        </pc:picChg>
        <pc:picChg chg="add del mod">
          <ac:chgData name="Shoshana Bornstein" userId="f554c3c9-fe37-4002-839e-f8c6431ec2da" providerId="ADAL" clId="{4DB5F164-7651-DD40-AC9E-883133A5A61B}" dt="2022-12-09T01:24:41.868" v="9377"/>
          <ac:picMkLst>
            <pc:docMk/>
            <pc:sldMk cId="2264754915" sldId="270"/>
            <ac:picMk id="3" creationId="{3E0F1794-06F4-4621-0F84-3B6E3DD48CE9}"/>
          </ac:picMkLst>
        </pc:picChg>
        <pc:picChg chg="add del mod">
          <ac:chgData name="Shoshana Bornstein" userId="f554c3c9-fe37-4002-839e-f8c6431ec2da" providerId="ADAL" clId="{4DB5F164-7651-DD40-AC9E-883133A5A61B}" dt="2022-11-24T23:32:15.231" v="3441" actId="478"/>
          <ac:picMkLst>
            <pc:docMk/>
            <pc:sldMk cId="2264754915" sldId="270"/>
            <ac:picMk id="3" creationId="{C506A4CE-A9EE-CBCF-B42F-2FF678085491}"/>
          </ac:picMkLst>
        </pc:picChg>
        <pc:picChg chg="add del mod">
          <ac:chgData name="Shoshana Bornstein" userId="f554c3c9-fe37-4002-839e-f8c6431ec2da" providerId="ADAL" clId="{4DB5F164-7651-DD40-AC9E-883133A5A61B}" dt="2022-12-09T01:25:34.354" v="9381"/>
          <ac:picMkLst>
            <pc:docMk/>
            <pc:sldMk cId="2264754915" sldId="270"/>
            <ac:picMk id="4" creationId="{A22D8AE3-88E1-2279-477C-829788B4941A}"/>
          </ac:picMkLst>
        </pc:picChg>
        <pc:picChg chg="add del mod">
          <ac:chgData name="Shoshana Bornstein" userId="f554c3c9-fe37-4002-839e-f8c6431ec2da" providerId="ADAL" clId="{4DB5F164-7651-DD40-AC9E-883133A5A61B}" dt="2022-12-09T01:27:15.204" v="9394"/>
          <ac:picMkLst>
            <pc:docMk/>
            <pc:sldMk cId="2264754915" sldId="270"/>
            <ac:picMk id="5" creationId="{AD98958E-22BF-592D-7C89-72C39C3BA3BB}"/>
          </ac:picMkLst>
        </pc:picChg>
        <pc:picChg chg="add del mod">
          <ac:chgData name="Shoshana Bornstein" userId="f554c3c9-fe37-4002-839e-f8c6431ec2da" providerId="ADAL" clId="{4DB5F164-7651-DD40-AC9E-883133A5A61B}" dt="2022-12-09T01:30:27.029" v="9431"/>
          <ac:picMkLst>
            <pc:docMk/>
            <pc:sldMk cId="2264754915" sldId="270"/>
            <ac:picMk id="7" creationId="{7B481C9C-7DC9-2453-E706-261E0B0B0708}"/>
          </ac:picMkLst>
        </pc:picChg>
        <pc:picChg chg="add del mod">
          <ac:chgData name="Shoshana Bornstein" userId="f554c3c9-fe37-4002-839e-f8c6431ec2da" providerId="ADAL" clId="{4DB5F164-7651-DD40-AC9E-883133A5A61B}" dt="2022-12-09T01:31:58.188" v="9434"/>
          <ac:picMkLst>
            <pc:docMk/>
            <pc:sldMk cId="2264754915" sldId="270"/>
            <ac:picMk id="8" creationId="{E552A9F2-6A52-6744-3611-72A524A5021F}"/>
          </ac:picMkLst>
        </pc:picChg>
        <pc:picChg chg="add del mod">
          <ac:chgData name="Shoshana Bornstein" userId="f554c3c9-fe37-4002-839e-f8c6431ec2da" providerId="ADAL" clId="{4DB5F164-7651-DD40-AC9E-883133A5A61B}" dt="2022-12-09T01:32:33.647" v="9436"/>
          <ac:picMkLst>
            <pc:docMk/>
            <pc:sldMk cId="2264754915" sldId="270"/>
            <ac:picMk id="10" creationId="{9ADBF8AE-1CF2-7847-0127-9DE9179B260F}"/>
          </ac:picMkLst>
        </pc:picChg>
        <pc:picChg chg="add del mod">
          <ac:chgData name="Shoshana Bornstein" userId="f554c3c9-fe37-4002-839e-f8c6431ec2da" providerId="ADAL" clId="{4DB5F164-7651-DD40-AC9E-883133A5A61B}" dt="2022-12-09T01:33:00.264" v="9438"/>
          <ac:picMkLst>
            <pc:docMk/>
            <pc:sldMk cId="2264754915" sldId="270"/>
            <ac:picMk id="12" creationId="{F2A0D614-2DDA-9013-1100-9355AD8F8266}"/>
          </ac:picMkLst>
        </pc:picChg>
        <pc:picChg chg="add mod">
          <ac:chgData name="Shoshana Bornstein" userId="f554c3c9-fe37-4002-839e-f8c6431ec2da" providerId="ADAL" clId="{4DB5F164-7651-DD40-AC9E-883133A5A61B}" dt="2022-12-09T01:33:54.966" v="9439"/>
          <ac:picMkLst>
            <pc:docMk/>
            <pc:sldMk cId="2264754915" sldId="270"/>
            <ac:picMk id="14" creationId="{A019C16F-1C3B-1F59-32E2-768022E75708}"/>
          </ac:picMkLst>
        </pc:picChg>
      </pc:sldChg>
      <pc:sldChg chg="addSp delSp modSp new mod ord modTransition setBg modAnim modNotesTx">
        <pc:chgData name="Shoshana Bornstein" userId="f554c3c9-fe37-4002-839e-f8c6431ec2da" providerId="ADAL" clId="{4DB5F164-7651-DD40-AC9E-883133A5A61B}" dt="2022-12-09T01:36:44.266" v="9447"/>
        <pc:sldMkLst>
          <pc:docMk/>
          <pc:sldMk cId="3778895756" sldId="271"/>
        </pc:sldMkLst>
        <pc:spChg chg="add del mod">
          <ac:chgData name="Shoshana Bornstein" userId="f554c3c9-fe37-4002-839e-f8c6431ec2da" providerId="ADAL" clId="{4DB5F164-7651-DD40-AC9E-883133A5A61B}" dt="2022-11-25T03:27:11.702" v="6793" actId="478"/>
          <ac:spMkLst>
            <pc:docMk/>
            <pc:sldMk cId="3778895756" sldId="271"/>
            <ac:spMk id="4" creationId="{5EAB3660-F41E-4480-1D14-339A84EED2F4}"/>
          </ac:spMkLst>
        </pc:spChg>
        <pc:spChg chg="add mod">
          <ac:chgData name="Shoshana Bornstein" userId="f554c3c9-fe37-4002-839e-f8c6431ec2da" providerId="ADAL" clId="{4DB5F164-7651-DD40-AC9E-883133A5A61B}" dt="2022-11-25T00:07:35.991" v="4321" actId="207"/>
          <ac:spMkLst>
            <pc:docMk/>
            <pc:sldMk cId="3778895756" sldId="271"/>
            <ac:spMk id="5" creationId="{47A59271-376B-F645-7252-8034A05E9B8E}"/>
          </ac:spMkLst>
        </pc:spChg>
        <pc:spChg chg="add mod">
          <ac:chgData name="Shoshana Bornstein" userId="f554c3c9-fe37-4002-839e-f8c6431ec2da" providerId="ADAL" clId="{4DB5F164-7651-DD40-AC9E-883133A5A61B}" dt="2022-11-30T02:15:03.624" v="8096" actId="207"/>
          <ac:spMkLst>
            <pc:docMk/>
            <pc:sldMk cId="3778895756" sldId="271"/>
            <ac:spMk id="6" creationId="{722979B9-3817-D7E2-2209-8CF7405EADC7}"/>
          </ac:spMkLst>
        </pc:spChg>
        <pc:spChg chg="add mod">
          <ac:chgData name="Shoshana Bornstein" userId="f554c3c9-fe37-4002-839e-f8c6431ec2da" providerId="ADAL" clId="{4DB5F164-7651-DD40-AC9E-883133A5A61B}" dt="2022-11-30T02:15:09.985" v="8098" actId="207"/>
          <ac:spMkLst>
            <pc:docMk/>
            <pc:sldMk cId="3778895756" sldId="271"/>
            <ac:spMk id="7" creationId="{9ADBE2D7-7CAE-0ECD-508B-0C04465B855E}"/>
          </ac:spMkLst>
        </pc:spChg>
        <pc:spChg chg="add mod">
          <ac:chgData name="Shoshana Bornstein" userId="f554c3c9-fe37-4002-839e-f8c6431ec2da" providerId="ADAL" clId="{4DB5F164-7651-DD40-AC9E-883133A5A61B}" dt="2022-11-30T02:15:15.298" v="8099" actId="207"/>
          <ac:spMkLst>
            <pc:docMk/>
            <pc:sldMk cId="3778895756" sldId="271"/>
            <ac:spMk id="8" creationId="{A09C7B26-D065-3875-E5DF-1CB3678A2A88}"/>
          </ac:spMkLst>
        </pc:spChg>
        <pc:picChg chg="add del mod">
          <ac:chgData name="Shoshana Bornstein" userId="f554c3c9-fe37-4002-839e-f8c6431ec2da" providerId="ADAL" clId="{4DB5F164-7651-DD40-AC9E-883133A5A61B}" dt="2022-12-09T01:35:04.050" v="9442"/>
          <ac:picMkLst>
            <pc:docMk/>
            <pc:sldMk cId="3778895756" sldId="271"/>
            <ac:picMk id="2" creationId="{605AAC8D-F06F-FA0C-DA80-E40C5973DB66}"/>
          </ac:picMkLst>
        </pc:picChg>
        <pc:picChg chg="add del mod">
          <ac:chgData name="Shoshana Bornstein" userId="f554c3c9-fe37-4002-839e-f8c6431ec2da" providerId="ADAL" clId="{4DB5F164-7651-DD40-AC9E-883133A5A61B}" dt="2022-12-07T01:12:31.872" v="8550"/>
          <ac:picMkLst>
            <pc:docMk/>
            <pc:sldMk cId="3778895756" sldId="271"/>
            <ac:picMk id="2" creationId="{9E06BF4E-824D-4330-8175-E658D46785AC}"/>
          </ac:picMkLst>
        </pc:picChg>
        <pc:picChg chg="add del mod">
          <ac:chgData name="Shoshana Bornstein" userId="f554c3c9-fe37-4002-839e-f8c6431ec2da" providerId="ADAL" clId="{4DB5F164-7651-DD40-AC9E-883133A5A61B}" dt="2022-11-24T23:48:52.439" v="3789" actId="478"/>
          <ac:picMkLst>
            <pc:docMk/>
            <pc:sldMk cId="3778895756" sldId="271"/>
            <ac:picMk id="3" creationId="{BC13F559-10E8-9E53-615D-E6AA89410776}"/>
          </ac:picMkLst>
        </pc:picChg>
        <pc:picChg chg="add del mod">
          <ac:chgData name="Shoshana Bornstein" userId="f554c3c9-fe37-4002-839e-f8c6431ec2da" providerId="ADAL" clId="{4DB5F164-7651-DD40-AC9E-883133A5A61B}" dt="2022-12-09T01:35:39.307" v="9444"/>
          <ac:picMkLst>
            <pc:docMk/>
            <pc:sldMk cId="3778895756" sldId="271"/>
            <ac:picMk id="3" creationId="{C790353A-888F-40EF-9C62-461656537A31}"/>
          </ac:picMkLst>
        </pc:picChg>
        <pc:picChg chg="add del mod">
          <ac:chgData name="Shoshana Bornstein" userId="f554c3c9-fe37-4002-839e-f8c6431ec2da" providerId="ADAL" clId="{4DB5F164-7651-DD40-AC9E-883133A5A61B}" dt="2022-12-07T01:12:47.941" v="8552"/>
          <ac:picMkLst>
            <pc:docMk/>
            <pc:sldMk cId="3778895756" sldId="271"/>
            <ac:picMk id="3" creationId="{D0E3E774-72A7-E7E7-E38F-AFC6623D9727}"/>
          </ac:picMkLst>
        </pc:picChg>
        <pc:picChg chg="add del mod">
          <ac:chgData name="Shoshana Bornstein" userId="f554c3c9-fe37-4002-839e-f8c6431ec2da" providerId="ADAL" clId="{4DB5F164-7651-DD40-AC9E-883133A5A61B}" dt="2022-12-07T01:13:33.489" v="8554"/>
          <ac:picMkLst>
            <pc:docMk/>
            <pc:sldMk cId="3778895756" sldId="271"/>
            <ac:picMk id="4" creationId="{284972EF-0247-585A-6975-9303D37F85C5}"/>
          </ac:picMkLst>
        </pc:picChg>
        <pc:picChg chg="add del mod">
          <ac:chgData name="Shoshana Bornstein" userId="f554c3c9-fe37-4002-839e-f8c6431ec2da" providerId="ADAL" clId="{4DB5F164-7651-DD40-AC9E-883133A5A61B}" dt="2022-12-09T01:35:56.029" v="9446"/>
          <ac:picMkLst>
            <pc:docMk/>
            <pc:sldMk cId="3778895756" sldId="271"/>
            <ac:picMk id="4" creationId="{76B2774A-AF35-6242-74A7-B01F03A8CEEC}"/>
          </ac:picMkLst>
        </pc:picChg>
        <pc:picChg chg="add del mod">
          <ac:chgData name="Shoshana Bornstein" userId="f554c3c9-fe37-4002-839e-f8c6431ec2da" providerId="ADAL" clId="{4DB5F164-7651-DD40-AC9E-883133A5A61B}" dt="2022-12-07T01:14:04.848" v="8572"/>
          <ac:picMkLst>
            <pc:docMk/>
            <pc:sldMk cId="3778895756" sldId="271"/>
            <ac:picMk id="9" creationId="{178B98B7-A3FA-D164-26B0-772B1213A5C9}"/>
          </ac:picMkLst>
        </pc:picChg>
        <pc:picChg chg="add mod">
          <ac:chgData name="Shoshana Bornstein" userId="f554c3c9-fe37-4002-839e-f8c6431ec2da" providerId="ADAL" clId="{4DB5F164-7651-DD40-AC9E-883133A5A61B}" dt="2022-12-09T01:36:44.266" v="9447"/>
          <ac:picMkLst>
            <pc:docMk/>
            <pc:sldMk cId="3778895756" sldId="271"/>
            <ac:picMk id="9" creationId="{7E8BCD42-1C4C-805D-3428-6D59D50DC3DF}"/>
          </ac:picMkLst>
        </pc:picChg>
        <pc:picChg chg="add del mod">
          <ac:chgData name="Shoshana Bornstein" userId="f554c3c9-fe37-4002-839e-f8c6431ec2da" providerId="ADAL" clId="{4DB5F164-7651-DD40-AC9E-883133A5A61B}" dt="2022-12-07T01:15:48.932" v="8574"/>
          <ac:picMkLst>
            <pc:docMk/>
            <pc:sldMk cId="3778895756" sldId="271"/>
            <ac:picMk id="10" creationId="{BBD41A76-CE59-5163-B8FC-EFB3DB9C2A4F}"/>
          </ac:picMkLst>
        </pc:picChg>
        <pc:picChg chg="add del mod">
          <ac:chgData name="Shoshana Bornstein" userId="f554c3c9-fe37-4002-839e-f8c6431ec2da" providerId="ADAL" clId="{4DB5F164-7651-DD40-AC9E-883133A5A61B}" dt="2022-12-09T01:34:52.396" v="9440"/>
          <ac:picMkLst>
            <pc:docMk/>
            <pc:sldMk cId="3778895756" sldId="271"/>
            <ac:picMk id="11" creationId="{8E5108AF-A089-1610-F980-40B39B499135}"/>
          </ac:picMkLst>
        </pc:picChg>
      </pc:sldChg>
      <pc:sldChg chg="addSp delSp modSp add del mod">
        <pc:chgData name="Shoshana Bornstein" userId="f554c3c9-fe37-4002-839e-f8c6431ec2da" providerId="ADAL" clId="{4DB5F164-7651-DD40-AC9E-883133A5A61B}" dt="2022-12-09T00:52:02.614" v="9007" actId="2696"/>
        <pc:sldMkLst>
          <pc:docMk/>
          <pc:sldMk cId="1471605337" sldId="272"/>
        </pc:sldMkLst>
        <pc:spChg chg="mod">
          <ac:chgData name="Shoshana Bornstein" userId="f554c3c9-fe37-4002-839e-f8c6431ec2da" providerId="ADAL" clId="{4DB5F164-7651-DD40-AC9E-883133A5A61B}" dt="2022-11-30T23:43:16.057" v="8116" actId="20577"/>
          <ac:spMkLst>
            <pc:docMk/>
            <pc:sldMk cId="1471605337" sldId="272"/>
            <ac:spMk id="3" creationId="{1DBB5455-017C-0513-16C8-2FA052EC76F7}"/>
          </ac:spMkLst>
        </pc:spChg>
        <pc:grpChg chg="add mod">
          <ac:chgData name="Shoshana Bornstein" userId="f554c3c9-fe37-4002-839e-f8c6431ec2da" providerId="ADAL" clId="{4DB5F164-7651-DD40-AC9E-883133A5A61B}" dt="2022-11-29T23:20:27.941" v="8029" actId="1076"/>
          <ac:grpSpMkLst>
            <pc:docMk/>
            <pc:sldMk cId="1471605337" sldId="272"/>
            <ac:grpSpMk id="8" creationId="{41B1B96C-6CD4-9E5D-B415-B834B7D8A264}"/>
          </ac:grpSpMkLst>
        </pc:grpChg>
        <pc:grpChg chg="mod topLvl">
          <ac:chgData name="Shoshana Bornstein" userId="f554c3c9-fe37-4002-839e-f8c6431ec2da" providerId="ADAL" clId="{4DB5F164-7651-DD40-AC9E-883133A5A61B}" dt="2022-11-29T23:14:37.646" v="7997" actId="408"/>
          <ac:grpSpMkLst>
            <pc:docMk/>
            <pc:sldMk cId="1471605337" sldId="272"/>
            <ac:grpSpMk id="34" creationId="{65430EB5-3338-4D86-C3C0-670C5048D09D}"/>
          </ac:grpSpMkLst>
        </pc:grpChg>
        <pc:grpChg chg="del mod">
          <ac:chgData name="Shoshana Bornstein" userId="f554c3c9-fe37-4002-839e-f8c6431ec2da" providerId="ADAL" clId="{4DB5F164-7651-DD40-AC9E-883133A5A61B}" dt="2022-11-28T23:55:56.385" v="7841" actId="165"/>
          <ac:grpSpMkLst>
            <pc:docMk/>
            <pc:sldMk cId="1471605337" sldId="272"/>
            <ac:grpSpMk id="47" creationId="{93E47870-A8D3-44EF-EFF1-5146BDABB4CE}"/>
          </ac:grpSpMkLst>
        </pc:grpChg>
        <pc:graphicFrameChg chg="mod">
          <ac:chgData name="Shoshana Bornstein" userId="f554c3c9-fe37-4002-839e-f8c6431ec2da" providerId="ADAL" clId="{4DB5F164-7651-DD40-AC9E-883133A5A61B}" dt="2022-11-29T23:14:37.646" v="7997" actId="408"/>
          <ac:graphicFrameMkLst>
            <pc:docMk/>
            <pc:sldMk cId="1471605337" sldId="272"/>
            <ac:graphicFrameMk id="4" creationId="{3AF0EBCE-9327-5C55-93AD-B6B556EE0AB2}"/>
          </ac:graphicFrameMkLst>
        </pc:graphicFrameChg>
        <pc:graphicFrameChg chg="add mod modGraphic">
          <ac:chgData name="Shoshana Bornstein" userId="f554c3c9-fe37-4002-839e-f8c6431ec2da" providerId="ADAL" clId="{4DB5F164-7651-DD40-AC9E-883133A5A61B}" dt="2022-11-29T23:14:56.278" v="7998" actId="14861"/>
          <ac:graphicFrameMkLst>
            <pc:docMk/>
            <pc:sldMk cId="1471605337" sldId="272"/>
            <ac:graphicFrameMk id="6" creationId="{8F33078F-2791-EF14-BCC0-6B83BB827982}"/>
          </ac:graphicFrameMkLst>
        </pc:graphicFrameChg>
        <pc:graphicFrameChg chg="mod">
          <ac:chgData name="Shoshana Bornstein" userId="f554c3c9-fe37-4002-839e-f8c6431ec2da" providerId="ADAL" clId="{4DB5F164-7651-DD40-AC9E-883133A5A61B}" dt="2022-11-29T23:14:37.646" v="7997" actId="408"/>
          <ac:graphicFrameMkLst>
            <pc:docMk/>
            <pc:sldMk cId="1471605337" sldId="272"/>
            <ac:graphicFrameMk id="13" creationId="{D5B05205-C62B-4621-612D-E41172DC8DE3}"/>
          </ac:graphicFrameMkLst>
        </pc:graphicFrameChg>
        <pc:graphicFrameChg chg="mod">
          <ac:chgData name="Shoshana Bornstein" userId="f554c3c9-fe37-4002-839e-f8c6431ec2da" providerId="ADAL" clId="{4DB5F164-7651-DD40-AC9E-883133A5A61B}" dt="2022-11-29T23:14:37.646" v="7997" actId="408"/>
          <ac:graphicFrameMkLst>
            <pc:docMk/>
            <pc:sldMk cId="1471605337" sldId="272"/>
            <ac:graphicFrameMk id="18" creationId="{6AE0CCDB-78AF-3C8D-CA97-6CC0E75D282E}"/>
          </ac:graphicFrameMkLst>
        </pc:graphicFrameChg>
        <pc:graphicFrameChg chg="del mod">
          <ac:chgData name="Shoshana Bornstein" userId="f554c3c9-fe37-4002-839e-f8c6431ec2da" providerId="ADAL" clId="{4DB5F164-7651-DD40-AC9E-883133A5A61B}" dt="2022-11-29T23:11:33.825" v="7984" actId="478"/>
          <ac:graphicFrameMkLst>
            <pc:docMk/>
            <pc:sldMk cId="1471605337" sldId="272"/>
            <ac:graphicFrameMk id="21" creationId="{776D43DC-DB32-3967-2A77-CE9B70A1E318}"/>
          </ac:graphicFrameMkLst>
        </pc:graphicFrameChg>
        <pc:graphicFrameChg chg="del mod">
          <ac:chgData name="Shoshana Bornstein" userId="f554c3c9-fe37-4002-839e-f8c6431ec2da" providerId="ADAL" clId="{4DB5F164-7651-DD40-AC9E-883133A5A61B}" dt="2022-11-29T23:11:37.375" v="7985" actId="478"/>
          <ac:graphicFrameMkLst>
            <pc:docMk/>
            <pc:sldMk cId="1471605337" sldId="272"/>
            <ac:graphicFrameMk id="23" creationId="{A7EEE0EB-CC02-C0E1-E4B7-668C6FA24D94}"/>
          </ac:graphicFrameMkLst>
        </pc:graphicFrameChg>
        <pc:graphicFrameChg chg="del mod">
          <ac:chgData name="Shoshana Bornstein" userId="f554c3c9-fe37-4002-839e-f8c6431ec2da" providerId="ADAL" clId="{4DB5F164-7651-DD40-AC9E-883133A5A61B}" dt="2022-11-29T23:11:39.065" v="7986" actId="478"/>
          <ac:graphicFrameMkLst>
            <pc:docMk/>
            <pc:sldMk cId="1471605337" sldId="272"/>
            <ac:graphicFrameMk id="25" creationId="{34FDCCD2-D6C6-8BA4-5AC2-9B2B150C60DA}"/>
          </ac:graphicFrameMkLst>
        </pc:graphicFrameChg>
        <pc:graphicFrameChg chg="mod">
          <ac:chgData name="Shoshana Bornstein" userId="f554c3c9-fe37-4002-839e-f8c6431ec2da" providerId="ADAL" clId="{4DB5F164-7651-DD40-AC9E-883133A5A61B}" dt="2022-11-29T23:14:37.646" v="7997" actId="408"/>
          <ac:graphicFrameMkLst>
            <pc:docMk/>
            <pc:sldMk cId="1471605337" sldId="272"/>
            <ac:graphicFrameMk id="27" creationId="{0D65A4F1-E0FF-8CD0-44B5-9FD9DAA33894}"/>
          </ac:graphicFrameMkLst>
        </pc:graphicFrameChg>
        <pc:graphicFrameChg chg="mod">
          <ac:chgData name="Shoshana Bornstein" userId="f554c3c9-fe37-4002-839e-f8c6431ec2da" providerId="ADAL" clId="{4DB5F164-7651-DD40-AC9E-883133A5A61B}" dt="2022-11-29T23:14:37.646" v="7997" actId="408"/>
          <ac:graphicFrameMkLst>
            <pc:docMk/>
            <pc:sldMk cId="1471605337" sldId="272"/>
            <ac:graphicFrameMk id="29" creationId="{A60DEB16-9D44-ED48-B3D9-5829A7CCFC8C}"/>
          </ac:graphicFrameMkLst>
        </pc:graphicFrameChg>
        <pc:graphicFrameChg chg="mod">
          <ac:chgData name="Shoshana Bornstein" userId="f554c3c9-fe37-4002-839e-f8c6431ec2da" providerId="ADAL" clId="{4DB5F164-7651-DD40-AC9E-883133A5A61B}" dt="2022-11-29T23:14:37.646" v="7997" actId="408"/>
          <ac:graphicFrameMkLst>
            <pc:docMk/>
            <pc:sldMk cId="1471605337" sldId="272"/>
            <ac:graphicFrameMk id="31" creationId="{BE25C27C-76D7-6409-FC37-04D682B1E07E}"/>
          </ac:graphicFrameMkLst>
        </pc:graphicFrameChg>
        <pc:graphicFrameChg chg="mod">
          <ac:chgData name="Shoshana Bornstein" userId="f554c3c9-fe37-4002-839e-f8c6431ec2da" providerId="ADAL" clId="{4DB5F164-7651-DD40-AC9E-883133A5A61B}" dt="2022-11-29T23:14:37.646" v="7997" actId="408"/>
          <ac:graphicFrameMkLst>
            <pc:docMk/>
            <pc:sldMk cId="1471605337" sldId="272"/>
            <ac:graphicFrameMk id="33" creationId="{F2215B84-F37D-AA8D-1EA0-F9D90CE2EED9}"/>
          </ac:graphicFrameMkLst>
        </pc:graphicFrameChg>
        <pc:picChg chg="mod topLvl">
          <ac:chgData name="Shoshana Bornstein" userId="f554c3c9-fe37-4002-839e-f8c6431ec2da" providerId="ADAL" clId="{4DB5F164-7651-DD40-AC9E-883133A5A61B}" dt="2022-12-07T00:04:06.307" v="8443"/>
          <ac:picMkLst>
            <pc:docMk/>
            <pc:sldMk cId="1471605337" sldId="272"/>
            <ac:picMk id="36" creationId="{CC30E698-4368-D0BA-975B-C5192A29371D}"/>
          </ac:picMkLst>
        </pc:picChg>
        <pc:picChg chg="del">
          <ac:chgData name="Shoshana Bornstein" userId="f554c3c9-fe37-4002-839e-f8c6431ec2da" providerId="ADAL" clId="{4DB5F164-7651-DD40-AC9E-883133A5A61B}" dt="2022-11-28T23:54:56.546" v="7830" actId="478"/>
          <ac:picMkLst>
            <pc:docMk/>
            <pc:sldMk cId="1471605337" sldId="272"/>
            <ac:picMk id="37" creationId="{C084444E-B940-6DB5-59D4-7E8916FAF741}"/>
          </ac:picMkLst>
        </pc:picChg>
        <pc:picChg chg="del">
          <ac:chgData name="Shoshana Bornstein" userId="f554c3c9-fe37-4002-839e-f8c6431ec2da" providerId="ADAL" clId="{4DB5F164-7651-DD40-AC9E-883133A5A61B}" dt="2022-11-28T23:54:59.215" v="7831" actId="478"/>
          <ac:picMkLst>
            <pc:docMk/>
            <pc:sldMk cId="1471605337" sldId="272"/>
            <ac:picMk id="38" creationId="{DB07A12C-5855-59B5-0A05-AE649AAFD7F0}"/>
          </ac:picMkLst>
        </pc:picChg>
        <pc:picChg chg="del">
          <ac:chgData name="Shoshana Bornstein" userId="f554c3c9-fe37-4002-839e-f8c6431ec2da" providerId="ADAL" clId="{4DB5F164-7651-DD40-AC9E-883133A5A61B}" dt="2022-11-28T23:55:02.871" v="7832" actId="478"/>
          <ac:picMkLst>
            <pc:docMk/>
            <pc:sldMk cId="1471605337" sldId="272"/>
            <ac:picMk id="39" creationId="{29542930-CA95-4F80-A36B-0601CC123F6D}"/>
          </ac:picMkLst>
        </pc:picChg>
        <pc:picChg chg="del">
          <ac:chgData name="Shoshana Bornstein" userId="f554c3c9-fe37-4002-839e-f8c6431ec2da" providerId="ADAL" clId="{4DB5F164-7651-DD40-AC9E-883133A5A61B}" dt="2022-11-28T23:55:05.561" v="7833" actId="478"/>
          <ac:picMkLst>
            <pc:docMk/>
            <pc:sldMk cId="1471605337" sldId="272"/>
            <ac:picMk id="40" creationId="{36A5C687-4564-FFAD-DEF0-301B818055C8}"/>
          </ac:picMkLst>
        </pc:picChg>
        <pc:picChg chg="del">
          <ac:chgData name="Shoshana Bornstein" userId="f554c3c9-fe37-4002-839e-f8c6431ec2da" providerId="ADAL" clId="{4DB5F164-7651-DD40-AC9E-883133A5A61B}" dt="2022-11-28T23:55:12.250" v="7834" actId="478"/>
          <ac:picMkLst>
            <pc:docMk/>
            <pc:sldMk cId="1471605337" sldId="272"/>
            <ac:picMk id="41" creationId="{7BA526C6-C93F-C8C6-2066-980A549DD044}"/>
          </ac:picMkLst>
        </pc:picChg>
        <pc:picChg chg="del">
          <ac:chgData name="Shoshana Bornstein" userId="f554c3c9-fe37-4002-839e-f8c6431ec2da" providerId="ADAL" clId="{4DB5F164-7651-DD40-AC9E-883133A5A61B}" dt="2022-11-28T23:55:14.767" v="7835" actId="478"/>
          <ac:picMkLst>
            <pc:docMk/>
            <pc:sldMk cId="1471605337" sldId="272"/>
            <ac:picMk id="42" creationId="{155144E4-A483-10B2-0A7B-D5EAB29C6647}"/>
          </ac:picMkLst>
        </pc:picChg>
        <pc:picChg chg="del">
          <ac:chgData name="Shoshana Bornstein" userId="f554c3c9-fe37-4002-839e-f8c6431ec2da" providerId="ADAL" clId="{4DB5F164-7651-DD40-AC9E-883133A5A61B}" dt="2022-11-28T23:55:17.837" v="7836" actId="478"/>
          <ac:picMkLst>
            <pc:docMk/>
            <pc:sldMk cId="1471605337" sldId="272"/>
            <ac:picMk id="43" creationId="{8E2FF69D-03A5-4295-9710-100BA804C1B6}"/>
          </ac:picMkLst>
        </pc:picChg>
        <pc:picChg chg="del">
          <ac:chgData name="Shoshana Bornstein" userId="f554c3c9-fe37-4002-839e-f8c6431ec2da" providerId="ADAL" clId="{4DB5F164-7651-DD40-AC9E-883133A5A61B}" dt="2022-11-28T23:55:21.808" v="7837" actId="478"/>
          <ac:picMkLst>
            <pc:docMk/>
            <pc:sldMk cId="1471605337" sldId="272"/>
            <ac:picMk id="44" creationId="{7B8E88CE-4627-A001-86A5-D4DC25538116}"/>
          </ac:picMkLst>
        </pc:picChg>
        <pc:picChg chg="mod topLvl">
          <ac:chgData name="Shoshana Bornstein" userId="f554c3c9-fe37-4002-839e-f8c6431ec2da" providerId="ADAL" clId="{4DB5F164-7651-DD40-AC9E-883133A5A61B}" dt="2022-11-29T00:01:06.077" v="7866" actId="1076"/>
          <ac:picMkLst>
            <pc:docMk/>
            <pc:sldMk cId="1471605337" sldId="272"/>
            <ac:picMk id="46" creationId="{98622932-6E66-DDD4-1848-2B91E45929ED}"/>
          </ac:picMkLst>
        </pc:picChg>
      </pc:sldChg>
      <pc:sldChg chg="modSp add del mod">
        <pc:chgData name="Shoshana Bornstein" userId="f554c3c9-fe37-4002-839e-f8c6431ec2da" providerId="ADAL" clId="{4DB5F164-7651-DD40-AC9E-883133A5A61B}" dt="2022-11-28T23:58:31.949" v="7851" actId="2696"/>
        <pc:sldMkLst>
          <pc:docMk/>
          <pc:sldMk cId="290329196" sldId="273"/>
        </pc:sldMkLst>
        <pc:grpChg chg="mod">
          <ac:chgData name="Shoshana Bornstein" userId="f554c3c9-fe37-4002-839e-f8c6431ec2da" providerId="ADAL" clId="{4DB5F164-7651-DD40-AC9E-883133A5A61B}" dt="2022-11-28T23:57:47.092" v="7848" actId="1076"/>
          <ac:grpSpMkLst>
            <pc:docMk/>
            <pc:sldMk cId="290329196" sldId="273"/>
            <ac:grpSpMk id="34" creationId="{65430EB5-3338-4D86-C3C0-670C5048D09D}"/>
          </ac:grpSpMkLst>
        </pc:grpChg>
        <pc:picChg chg="mod">
          <ac:chgData name="Shoshana Bornstein" userId="f554c3c9-fe37-4002-839e-f8c6431ec2da" providerId="ADAL" clId="{4DB5F164-7651-DD40-AC9E-883133A5A61B}" dt="2022-11-28T23:58:19.427" v="7850" actId="1076"/>
          <ac:picMkLst>
            <pc:docMk/>
            <pc:sldMk cId="290329196" sldId="273"/>
            <ac:picMk id="46" creationId="{98622932-6E66-DDD4-1848-2B91E45929ED}"/>
          </ac:picMkLst>
        </pc:picChg>
      </pc:sldChg>
      <pc:sldChg chg="modSp add del mod">
        <pc:chgData name="Shoshana Bornstein" userId="f554c3c9-fe37-4002-839e-f8c6431ec2da" providerId="ADAL" clId="{4DB5F164-7651-DD40-AC9E-883133A5A61B}" dt="2022-11-29T00:01:02.521" v="7865" actId="2696"/>
        <pc:sldMkLst>
          <pc:docMk/>
          <pc:sldMk cId="1466816345" sldId="273"/>
        </pc:sldMkLst>
        <pc:grpChg chg="mod">
          <ac:chgData name="Shoshana Bornstein" userId="f554c3c9-fe37-4002-839e-f8c6431ec2da" providerId="ADAL" clId="{4DB5F164-7651-DD40-AC9E-883133A5A61B}" dt="2022-11-28T23:59:34.451" v="7863" actId="1076"/>
          <ac:grpSpMkLst>
            <pc:docMk/>
            <pc:sldMk cId="1466816345" sldId="273"/>
            <ac:grpSpMk id="34" creationId="{65430EB5-3338-4D86-C3C0-670C5048D09D}"/>
          </ac:grpSpMkLst>
        </pc:grpChg>
        <pc:picChg chg="mod">
          <ac:chgData name="Shoshana Bornstein" userId="f554c3c9-fe37-4002-839e-f8c6431ec2da" providerId="ADAL" clId="{4DB5F164-7651-DD40-AC9E-883133A5A61B}" dt="2022-11-29T00:00:57.626" v="7864" actId="1076"/>
          <ac:picMkLst>
            <pc:docMk/>
            <pc:sldMk cId="1466816345" sldId="273"/>
            <ac:picMk id="46" creationId="{98622932-6E66-DDD4-1848-2B91E45929ED}"/>
          </ac:picMkLst>
        </pc:picChg>
      </pc:sldChg>
      <pc:sldChg chg="modSp add del mod">
        <pc:chgData name="Shoshana Bornstein" userId="f554c3c9-fe37-4002-839e-f8c6431ec2da" providerId="ADAL" clId="{4DB5F164-7651-DD40-AC9E-883133A5A61B}" dt="2022-11-29T23:15:22.251" v="7999" actId="2696"/>
        <pc:sldMkLst>
          <pc:docMk/>
          <pc:sldMk cId="4084331381" sldId="273"/>
        </pc:sldMkLst>
        <pc:grpChg chg="mod">
          <ac:chgData name="Shoshana Bornstein" userId="f554c3c9-fe37-4002-839e-f8c6431ec2da" providerId="ADAL" clId="{4DB5F164-7651-DD40-AC9E-883133A5A61B}" dt="2022-11-29T00:01:24.189" v="7868" actId="1076"/>
          <ac:grpSpMkLst>
            <pc:docMk/>
            <pc:sldMk cId="4084331381" sldId="273"/>
            <ac:grpSpMk id="34" creationId="{65430EB5-3338-4D86-C3C0-670C5048D09D}"/>
          </ac:grpSpMkLst>
        </pc:grpChg>
        <pc:picChg chg="mod">
          <ac:chgData name="Shoshana Bornstein" userId="f554c3c9-fe37-4002-839e-f8c6431ec2da" providerId="ADAL" clId="{4DB5F164-7651-DD40-AC9E-883133A5A61B}" dt="2022-11-29T00:01:29.208" v="7869" actId="1076"/>
          <ac:picMkLst>
            <pc:docMk/>
            <pc:sldMk cId="4084331381" sldId="273"/>
            <ac:picMk id="36" creationId="{CC30E698-4368-D0BA-975B-C5192A29371D}"/>
          </ac:picMkLst>
        </pc:picChg>
        <pc:picChg chg="mod">
          <ac:chgData name="Shoshana Bornstein" userId="f554c3c9-fe37-4002-839e-f8c6431ec2da" providerId="ADAL" clId="{4DB5F164-7651-DD40-AC9E-883133A5A61B}" dt="2022-11-29T00:05:53.133" v="7892"/>
          <ac:picMkLst>
            <pc:docMk/>
            <pc:sldMk cId="4084331381" sldId="273"/>
            <ac:picMk id="46" creationId="{98622932-6E66-DDD4-1848-2B91E45929ED}"/>
          </ac:picMkLst>
        </pc:picChg>
      </pc:sldChg>
      <pc:sldChg chg="modSp add del mod">
        <pc:chgData name="Shoshana Bornstein" userId="f554c3c9-fe37-4002-839e-f8c6431ec2da" providerId="ADAL" clId="{4DB5F164-7651-DD40-AC9E-883133A5A61B}" dt="2022-11-29T23:15:25.150" v="8000" actId="2696"/>
        <pc:sldMkLst>
          <pc:docMk/>
          <pc:sldMk cId="2462664294" sldId="274"/>
        </pc:sldMkLst>
        <pc:grpChg chg="mod">
          <ac:chgData name="Shoshana Bornstein" userId="f554c3c9-fe37-4002-839e-f8c6431ec2da" providerId="ADAL" clId="{4DB5F164-7651-DD40-AC9E-883133A5A61B}" dt="2022-11-29T00:01:43.301" v="7871" actId="1076"/>
          <ac:grpSpMkLst>
            <pc:docMk/>
            <pc:sldMk cId="2462664294" sldId="274"/>
            <ac:grpSpMk id="34" creationId="{65430EB5-3338-4D86-C3C0-670C5048D09D}"/>
          </ac:grpSpMkLst>
        </pc:grpChg>
        <pc:picChg chg="mod">
          <ac:chgData name="Shoshana Bornstein" userId="f554c3c9-fe37-4002-839e-f8c6431ec2da" providerId="ADAL" clId="{4DB5F164-7651-DD40-AC9E-883133A5A61B}" dt="2022-11-29T00:06:03.951" v="7893"/>
          <ac:picMkLst>
            <pc:docMk/>
            <pc:sldMk cId="2462664294" sldId="274"/>
            <ac:picMk id="46" creationId="{98622932-6E66-DDD4-1848-2B91E45929ED}"/>
          </ac:picMkLst>
        </pc:picChg>
      </pc:sldChg>
      <pc:sldChg chg="modSp add del mod">
        <pc:chgData name="Shoshana Bornstein" userId="f554c3c9-fe37-4002-839e-f8c6431ec2da" providerId="ADAL" clId="{4DB5F164-7651-DD40-AC9E-883133A5A61B}" dt="2022-11-29T23:15:27.865" v="8001" actId="2696"/>
        <pc:sldMkLst>
          <pc:docMk/>
          <pc:sldMk cId="3035851893" sldId="275"/>
        </pc:sldMkLst>
        <pc:grpChg chg="mod">
          <ac:chgData name="Shoshana Bornstein" userId="f554c3c9-fe37-4002-839e-f8c6431ec2da" providerId="ADAL" clId="{4DB5F164-7651-DD40-AC9E-883133A5A61B}" dt="2022-11-29T00:01:58.324" v="7875" actId="1076"/>
          <ac:grpSpMkLst>
            <pc:docMk/>
            <pc:sldMk cId="3035851893" sldId="275"/>
            <ac:grpSpMk id="34" creationId="{65430EB5-3338-4D86-C3C0-670C5048D09D}"/>
          </ac:grpSpMkLst>
        </pc:grpChg>
        <pc:picChg chg="mod">
          <ac:chgData name="Shoshana Bornstein" userId="f554c3c9-fe37-4002-839e-f8c6431ec2da" providerId="ADAL" clId="{4DB5F164-7651-DD40-AC9E-883133A5A61B}" dt="2022-11-29T00:06:12.303" v="7894"/>
          <ac:picMkLst>
            <pc:docMk/>
            <pc:sldMk cId="3035851893" sldId="275"/>
            <ac:picMk id="46" creationId="{98622932-6E66-DDD4-1848-2B91E45929ED}"/>
          </ac:picMkLst>
        </pc:picChg>
      </pc:sldChg>
      <pc:sldChg chg="modSp add del mod">
        <pc:chgData name="Shoshana Bornstein" userId="f554c3c9-fe37-4002-839e-f8c6431ec2da" providerId="ADAL" clId="{4DB5F164-7651-DD40-AC9E-883133A5A61B}" dt="2022-11-29T23:15:31.632" v="8002" actId="2696"/>
        <pc:sldMkLst>
          <pc:docMk/>
          <pc:sldMk cId="1276407505" sldId="276"/>
        </pc:sldMkLst>
        <pc:grpChg chg="mod">
          <ac:chgData name="Shoshana Bornstein" userId="f554c3c9-fe37-4002-839e-f8c6431ec2da" providerId="ADAL" clId="{4DB5F164-7651-DD40-AC9E-883133A5A61B}" dt="2022-11-29T00:02:17.122" v="7877" actId="1076"/>
          <ac:grpSpMkLst>
            <pc:docMk/>
            <pc:sldMk cId="1276407505" sldId="276"/>
            <ac:grpSpMk id="34" creationId="{65430EB5-3338-4D86-C3C0-670C5048D09D}"/>
          </ac:grpSpMkLst>
        </pc:grpChg>
        <pc:picChg chg="mod">
          <ac:chgData name="Shoshana Bornstein" userId="f554c3c9-fe37-4002-839e-f8c6431ec2da" providerId="ADAL" clId="{4DB5F164-7651-DD40-AC9E-883133A5A61B}" dt="2022-11-29T00:06:28.096" v="7895"/>
          <ac:picMkLst>
            <pc:docMk/>
            <pc:sldMk cId="1276407505" sldId="276"/>
            <ac:picMk id="46" creationId="{98622932-6E66-DDD4-1848-2B91E45929ED}"/>
          </ac:picMkLst>
        </pc:picChg>
      </pc:sldChg>
      <pc:sldChg chg="modSp add del mod">
        <pc:chgData name="Shoshana Bornstein" userId="f554c3c9-fe37-4002-839e-f8c6431ec2da" providerId="ADAL" clId="{4DB5F164-7651-DD40-AC9E-883133A5A61B}" dt="2022-11-29T23:15:36.150" v="8003" actId="2696"/>
        <pc:sldMkLst>
          <pc:docMk/>
          <pc:sldMk cId="1464641594" sldId="277"/>
        </pc:sldMkLst>
        <pc:grpChg chg="mod">
          <ac:chgData name="Shoshana Bornstein" userId="f554c3c9-fe37-4002-839e-f8c6431ec2da" providerId="ADAL" clId="{4DB5F164-7651-DD40-AC9E-883133A5A61B}" dt="2022-11-29T00:02:35.928" v="7880" actId="1076"/>
          <ac:grpSpMkLst>
            <pc:docMk/>
            <pc:sldMk cId="1464641594" sldId="277"/>
            <ac:grpSpMk id="34" creationId="{65430EB5-3338-4D86-C3C0-670C5048D09D}"/>
          </ac:grpSpMkLst>
        </pc:grpChg>
        <pc:picChg chg="mod">
          <ac:chgData name="Shoshana Bornstein" userId="f554c3c9-fe37-4002-839e-f8c6431ec2da" providerId="ADAL" clId="{4DB5F164-7651-DD40-AC9E-883133A5A61B}" dt="2022-11-29T00:06:33.999" v="7896"/>
          <ac:picMkLst>
            <pc:docMk/>
            <pc:sldMk cId="1464641594" sldId="277"/>
            <ac:picMk id="46" creationId="{98622932-6E66-DDD4-1848-2B91E45929ED}"/>
          </ac:picMkLst>
        </pc:picChg>
      </pc:sldChg>
      <pc:sldChg chg="modSp add del mod">
        <pc:chgData name="Shoshana Bornstein" userId="f554c3c9-fe37-4002-839e-f8c6431ec2da" providerId="ADAL" clId="{4DB5F164-7651-DD40-AC9E-883133A5A61B}" dt="2022-11-29T23:15:38.829" v="8004" actId="2696"/>
        <pc:sldMkLst>
          <pc:docMk/>
          <pc:sldMk cId="1627236118" sldId="278"/>
        </pc:sldMkLst>
        <pc:grpChg chg="mod">
          <ac:chgData name="Shoshana Bornstein" userId="f554c3c9-fe37-4002-839e-f8c6431ec2da" providerId="ADAL" clId="{4DB5F164-7651-DD40-AC9E-883133A5A61B}" dt="2022-11-29T00:02:59.679" v="7883" actId="1076"/>
          <ac:grpSpMkLst>
            <pc:docMk/>
            <pc:sldMk cId="1627236118" sldId="278"/>
            <ac:grpSpMk id="34" creationId="{65430EB5-3338-4D86-C3C0-670C5048D09D}"/>
          </ac:grpSpMkLst>
        </pc:grpChg>
        <pc:picChg chg="mod">
          <ac:chgData name="Shoshana Bornstein" userId="f554c3c9-fe37-4002-839e-f8c6431ec2da" providerId="ADAL" clId="{4DB5F164-7651-DD40-AC9E-883133A5A61B}" dt="2022-11-29T00:06:41.917" v="7897"/>
          <ac:picMkLst>
            <pc:docMk/>
            <pc:sldMk cId="1627236118" sldId="278"/>
            <ac:picMk id="46" creationId="{98622932-6E66-DDD4-1848-2B91E45929ED}"/>
          </ac:picMkLst>
        </pc:picChg>
      </pc:sldChg>
      <pc:sldChg chg="modSp add del mod">
        <pc:chgData name="Shoshana Bornstein" userId="f554c3c9-fe37-4002-839e-f8c6431ec2da" providerId="ADAL" clId="{4DB5F164-7651-DD40-AC9E-883133A5A61B}" dt="2022-11-29T23:15:41.883" v="8005" actId="2696"/>
        <pc:sldMkLst>
          <pc:docMk/>
          <pc:sldMk cId="2338586791" sldId="279"/>
        </pc:sldMkLst>
        <pc:grpChg chg="mod">
          <ac:chgData name="Shoshana Bornstein" userId="f554c3c9-fe37-4002-839e-f8c6431ec2da" providerId="ADAL" clId="{4DB5F164-7651-DD40-AC9E-883133A5A61B}" dt="2022-11-29T00:03:21.236" v="7886" actId="1076"/>
          <ac:grpSpMkLst>
            <pc:docMk/>
            <pc:sldMk cId="2338586791" sldId="279"/>
            <ac:grpSpMk id="34" creationId="{65430EB5-3338-4D86-C3C0-670C5048D09D}"/>
          </ac:grpSpMkLst>
        </pc:grpChg>
        <pc:picChg chg="mod">
          <ac:chgData name="Shoshana Bornstein" userId="f554c3c9-fe37-4002-839e-f8c6431ec2da" providerId="ADAL" clId="{4DB5F164-7651-DD40-AC9E-883133A5A61B}" dt="2022-11-29T00:06:50.269" v="7898"/>
          <ac:picMkLst>
            <pc:docMk/>
            <pc:sldMk cId="2338586791" sldId="279"/>
            <ac:picMk id="46" creationId="{98622932-6E66-DDD4-1848-2B91E45929ED}"/>
          </ac:picMkLst>
        </pc:picChg>
      </pc:sldChg>
      <pc:sldChg chg="modSp add del mod">
        <pc:chgData name="Shoshana Bornstein" userId="f554c3c9-fe37-4002-839e-f8c6431ec2da" providerId="ADAL" clId="{4DB5F164-7651-DD40-AC9E-883133A5A61B}" dt="2022-11-29T23:15:44.265" v="8006" actId="2696"/>
        <pc:sldMkLst>
          <pc:docMk/>
          <pc:sldMk cId="404104752" sldId="280"/>
        </pc:sldMkLst>
        <pc:grpChg chg="mod">
          <ac:chgData name="Shoshana Bornstein" userId="f554c3c9-fe37-4002-839e-f8c6431ec2da" providerId="ADAL" clId="{4DB5F164-7651-DD40-AC9E-883133A5A61B}" dt="2022-11-29T00:03:46.682" v="7890" actId="1076"/>
          <ac:grpSpMkLst>
            <pc:docMk/>
            <pc:sldMk cId="404104752" sldId="280"/>
            <ac:grpSpMk id="34" creationId="{65430EB5-3338-4D86-C3C0-670C5048D09D}"/>
          </ac:grpSpMkLst>
        </pc:grpChg>
        <pc:picChg chg="mod">
          <ac:chgData name="Shoshana Bornstein" userId="f554c3c9-fe37-4002-839e-f8c6431ec2da" providerId="ADAL" clId="{4DB5F164-7651-DD40-AC9E-883133A5A61B}" dt="2022-11-29T00:06:57.269" v="7899"/>
          <ac:picMkLst>
            <pc:docMk/>
            <pc:sldMk cId="404104752" sldId="280"/>
            <ac:picMk id="46" creationId="{98622932-6E66-DDD4-1848-2B91E45929ED}"/>
          </ac:picMkLst>
        </pc:picChg>
      </pc:sldChg>
      <pc:sldChg chg="new del">
        <pc:chgData name="Shoshana Bornstein" userId="f554c3c9-fe37-4002-839e-f8c6431ec2da" providerId="ADAL" clId="{4DB5F164-7651-DD40-AC9E-883133A5A61B}" dt="2022-11-29T22:47:18.304" v="7901" actId="680"/>
        <pc:sldMkLst>
          <pc:docMk/>
          <pc:sldMk cId="1901773239" sldId="281"/>
        </pc:sldMkLst>
      </pc:sldChg>
      <pc:sldChg chg="addSp delSp modSp new del mod ord">
        <pc:chgData name="Shoshana Bornstein" userId="f554c3c9-fe37-4002-839e-f8c6431ec2da" providerId="ADAL" clId="{4DB5F164-7651-DD40-AC9E-883133A5A61B}" dt="2022-12-07T00:35:03.406" v="8478" actId="2696"/>
        <pc:sldMkLst>
          <pc:docMk/>
          <pc:sldMk cId="3555918563" sldId="281"/>
        </pc:sldMkLst>
        <pc:spChg chg="add mod">
          <ac:chgData name="Shoshana Bornstein" userId="f554c3c9-fe37-4002-839e-f8c6431ec2da" providerId="ADAL" clId="{4DB5F164-7651-DD40-AC9E-883133A5A61B}" dt="2022-11-29T23:06:19.155" v="7975" actId="1076"/>
          <ac:spMkLst>
            <pc:docMk/>
            <pc:sldMk cId="3555918563" sldId="281"/>
            <ac:spMk id="2" creationId="{CA7DE5BD-F5C0-AB3A-0FF5-8E7A32CB2606}"/>
          </ac:spMkLst>
        </pc:spChg>
        <pc:spChg chg="add mod">
          <ac:chgData name="Shoshana Bornstein" userId="f554c3c9-fe37-4002-839e-f8c6431ec2da" providerId="ADAL" clId="{4DB5F164-7651-DD40-AC9E-883133A5A61B}" dt="2022-11-29T23:05:13.942" v="7970" actId="1076"/>
          <ac:spMkLst>
            <pc:docMk/>
            <pc:sldMk cId="3555918563" sldId="281"/>
            <ac:spMk id="4" creationId="{40289069-5F87-B796-8EEA-8ACFCFC1A2BD}"/>
          </ac:spMkLst>
        </pc:spChg>
        <pc:spChg chg="add mod">
          <ac:chgData name="Shoshana Bornstein" userId="f554c3c9-fe37-4002-839e-f8c6431ec2da" providerId="ADAL" clId="{4DB5F164-7651-DD40-AC9E-883133A5A61B}" dt="2022-11-29T22:59:40.922" v="7932"/>
          <ac:spMkLst>
            <pc:docMk/>
            <pc:sldMk cId="3555918563" sldId="281"/>
            <ac:spMk id="5" creationId="{42805171-D42E-5692-3646-929043551E99}"/>
          </ac:spMkLst>
        </pc:spChg>
        <pc:spChg chg="add mod">
          <ac:chgData name="Shoshana Bornstein" userId="f554c3c9-fe37-4002-839e-f8c6431ec2da" providerId="ADAL" clId="{4DB5F164-7651-DD40-AC9E-883133A5A61B}" dt="2022-11-29T23:06:41.787" v="7976" actId="1076"/>
          <ac:spMkLst>
            <pc:docMk/>
            <pc:sldMk cId="3555918563" sldId="281"/>
            <ac:spMk id="6" creationId="{44CE3D0D-4075-0092-735F-CED7C1AC7552}"/>
          </ac:spMkLst>
        </pc:spChg>
        <pc:spChg chg="add del mod">
          <ac:chgData name="Shoshana Bornstein" userId="f554c3c9-fe37-4002-839e-f8c6431ec2da" providerId="ADAL" clId="{4DB5F164-7651-DD40-AC9E-883133A5A61B}" dt="2022-11-29T23:00:46.801" v="7950" actId="478"/>
          <ac:spMkLst>
            <pc:docMk/>
            <pc:sldMk cId="3555918563" sldId="281"/>
            <ac:spMk id="7" creationId="{2DFFC91B-CE2E-40BB-E5F8-5A201F66BE5C}"/>
          </ac:spMkLst>
        </pc:spChg>
        <pc:spChg chg="add mod">
          <ac:chgData name="Shoshana Bornstein" userId="f554c3c9-fe37-4002-839e-f8c6431ec2da" providerId="ADAL" clId="{4DB5F164-7651-DD40-AC9E-883133A5A61B}" dt="2022-11-29T23:01:59.380" v="7956" actId="1076"/>
          <ac:spMkLst>
            <pc:docMk/>
            <pc:sldMk cId="3555918563" sldId="281"/>
            <ac:spMk id="9" creationId="{C55D73BE-A8EE-738E-3486-24D1B7C59FF7}"/>
          </ac:spMkLst>
        </pc:spChg>
        <pc:spChg chg="add mod">
          <ac:chgData name="Shoshana Bornstein" userId="f554c3c9-fe37-4002-839e-f8c6431ec2da" providerId="ADAL" clId="{4DB5F164-7651-DD40-AC9E-883133A5A61B}" dt="2022-11-29T23:02:57.509" v="7960" actId="1076"/>
          <ac:spMkLst>
            <pc:docMk/>
            <pc:sldMk cId="3555918563" sldId="281"/>
            <ac:spMk id="11" creationId="{F5C74FB5-9CF6-F58C-3F95-7AE98BD683E9}"/>
          </ac:spMkLst>
        </pc:spChg>
        <pc:spChg chg="add mod">
          <ac:chgData name="Shoshana Bornstein" userId="f554c3c9-fe37-4002-839e-f8c6431ec2da" providerId="ADAL" clId="{4DB5F164-7651-DD40-AC9E-883133A5A61B}" dt="2022-11-29T23:07:16.430" v="7978" actId="1076"/>
          <ac:spMkLst>
            <pc:docMk/>
            <pc:sldMk cId="3555918563" sldId="281"/>
            <ac:spMk id="12" creationId="{45586AEB-3DB8-6F61-DF0D-A6C552E597BE}"/>
          </ac:spMkLst>
        </pc:spChg>
        <pc:picChg chg="add mod">
          <ac:chgData name="Shoshana Bornstein" userId="f554c3c9-fe37-4002-839e-f8c6431ec2da" providerId="ADAL" clId="{4DB5F164-7651-DD40-AC9E-883133A5A61B}" dt="2022-11-29T23:05:10.173" v="7969" actId="1076"/>
          <ac:picMkLst>
            <pc:docMk/>
            <pc:sldMk cId="3555918563" sldId="281"/>
            <ac:picMk id="3" creationId="{BD41A70D-BA6F-D299-CEF5-52C6E9BE9F5F}"/>
          </ac:picMkLst>
        </pc:picChg>
        <pc:picChg chg="add mod">
          <ac:chgData name="Shoshana Bornstein" userId="f554c3c9-fe37-4002-839e-f8c6431ec2da" providerId="ADAL" clId="{4DB5F164-7651-DD40-AC9E-883133A5A61B}" dt="2022-11-29T23:00:57.791" v="7952" actId="1076"/>
          <ac:picMkLst>
            <pc:docMk/>
            <pc:sldMk cId="3555918563" sldId="281"/>
            <ac:picMk id="8" creationId="{D9624598-A2BF-C69D-5E79-F241321955C7}"/>
          </ac:picMkLst>
        </pc:picChg>
        <pc:picChg chg="add mod">
          <ac:chgData name="Shoshana Bornstein" userId="f554c3c9-fe37-4002-839e-f8c6431ec2da" providerId="ADAL" clId="{4DB5F164-7651-DD40-AC9E-883133A5A61B}" dt="2022-11-29T23:05:53.920" v="7974" actId="14100"/>
          <ac:picMkLst>
            <pc:docMk/>
            <pc:sldMk cId="3555918563" sldId="281"/>
            <ac:picMk id="10" creationId="{29935074-2D83-F940-1B0F-74240D5C191A}"/>
          </ac:picMkLst>
        </pc:picChg>
      </pc:sldChg>
      <pc:sldChg chg="addSp delSp modSp add del mod">
        <pc:chgData name="Shoshana Bornstein" userId="f554c3c9-fe37-4002-839e-f8c6431ec2da" providerId="ADAL" clId="{4DB5F164-7651-DD40-AC9E-883133A5A61B}" dt="2022-12-06T23:56:48.910" v="8411" actId="2696"/>
        <pc:sldMkLst>
          <pc:docMk/>
          <pc:sldMk cId="3918947892" sldId="282"/>
        </pc:sldMkLst>
        <pc:spChg chg="mod">
          <ac:chgData name="Shoshana Bornstein" userId="f554c3c9-fe37-4002-839e-f8c6431ec2da" providerId="ADAL" clId="{4DB5F164-7651-DD40-AC9E-883133A5A61B}" dt="2022-11-30T23:43:19.197" v="8117" actId="20577"/>
          <ac:spMkLst>
            <pc:docMk/>
            <pc:sldMk cId="3918947892" sldId="282"/>
            <ac:spMk id="3" creationId="{1DBB5455-017C-0513-16C8-2FA052EC76F7}"/>
          </ac:spMkLst>
        </pc:spChg>
        <pc:grpChg chg="del mod">
          <ac:chgData name="Shoshana Bornstein" userId="f554c3c9-fe37-4002-839e-f8c6431ec2da" providerId="ADAL" clId="{4DB5F164-7651-DD40-AC9E-883133A5A61B}" dt="2022-12-06T23:40:14.206" v="8300" actId="478"/>
          <ac:grpSpMkLst>
            <pc:docMk/>
            <pc:sldMk cId="3918947892" sldId="282"/>
            <ac:grpSpMk id="8" creationId="{41B1B96C-6CD4-9E5D-B415-B834B7D8A264}"/>
          </ac:grpSpMkLst>
        </pc:grpChg>
        <pc:grpChg chg="add del mod">
          <ac:chgData name="Shoshana Bornstein" userId="f554c3c9-fe37-4002-839e-f8c6431ec2da" providerId="ADAL" clId="{4DB5F164-7651-DD40-AC9E-883133A5A61B}" dt="2022-12-06T23:53:37.636" v="8402" actId="478"/>
          <ac:grpSpMkLst>
            <pc:docMk/>
            <pc:sldMk cId="3918947892" sldId="282"/>
            <ac:grpSpMk id="15" creationId="{39BBE228-C83D-6801-8FD5-D2243E11CE62}"/>
          </ac:grpSpMkLst>
        </pc:grpChg>
        <pc:grpChg chg="add mod">
          <ac:chgData name="Shoshana Bornstein" userId="f554c3c9-fe37-4002-839e-f8c6431ec2da" providerId="ADAL" clId="{4DB5F164-7651-DD40-AC9E-883133A5A61B}" dt="2022-12-06T23:56:20.368" v="8409" actId="14100"/>
          <ac:grpSpMkLst>
            <pc:docMk/>
            <pc:sldMk cId="3918947892" sldId="282"/>
            <ac:grpSpMk id="16" creationId="{76343B26-82D1-4F20-B3F9-D6A59E996CE7}"/>
          </ac:grpSpMkLst>
        </pc:grpChg>
        <pc:grpChg chg="del mod topLvl">
          <ac:chgData name="Shoshana Bornstein" userId="f554c3c9-fe37-4002-839e-f8c6431ec2da" providerId="ADAL" clId="{4DB5F164-7651-DD40-AC9E-883133A5A61B}" dt="2022-12-06T23:42:20.566" v="8319" actId="165"/>
          <ac:grpSpMkLst>
            <pc:docMk/>
            <pc:sldMk cId="3918947892" sldId="282"/>
            <ac:grpSpMk id="34" creationId="{65430EB5-3338-4D86-C3C0-670C5048D09D}"/>
          </ac:grpSpMkLst>
        </pc:grpChg>
        <pc:graphicFrameChg chg="mod topLvl">
          <ac:chgData name="Shoshana Bornstein" userId="f554c3c9-fe37-4002-839e-f8c6431ec2da" providerId="ADAL" clId="{4DB5F164-7651-DD40-AC9E-883133A5A61B}" dt="2022-12-06T23:42:44.563" v="8322" actId="164"/>
          <ac:graphicFrameMkLst>
            <pc:docMk/>
            <pc:sldMk cId="3918947892" sldId="282"/>
            <ac:graphicFrameMk id="4" creationId="{3AF0EBCE-9327-5C55-93AD-B6B556EE0AB2}"/>
          </ac:graphicFrameMkLst>
        </pc:graphicFrameChg>
        <pc:graphicFrameChg chg="del topLvl">
          <ac:chgData name="Shoshana Bornstein" userId="f554c3c9-fe37-4002-839e-f8c6431ec2da" providerId="ADAL" clId="{4DB5F164-7651-DD40-AC9E-883133A5A61B}" dt="2022-12-06T23:40:14.206" v="8300" actId="478"/>
          <ac:graphicFrameMkLst>
            <pc:docMk/>
            <pc:sldMk cId="3918947892" sldId="282"/>
            <ac:graphicFrameMk id="6" creationId="{8F33078F-2791-EF14-BCC0-6B83BB827982}"/>
          </ac:graphicFrameMkLst>
        </pc:graphicFrameChg>
        <pc:graphicFrameChg chg="add mod modGraphic">
          <ac:chgData name="Shoshana Bornstein" userId="f554c3c9-fe37-4002-839e-f8c6431ec2da" providerId="ADAL" clId="{4DB5F164-7651-DD40-AC9E-883133A5A61B}" dt="2022-12-06T23:50:49.919" v="8399" actId="27116"/>
          <ac:graphicFrameMkLst>
            <pc:docMk/>
            <pc:sldMk cId="3918947892" sldId="282"/>
            <ac:graphicFrameMk id="9" creationId="{2B316DEB-787F-AA4D-062A-D718DDE89682}"/>
          </ac:graphicFrameMkLst>
        </pc:graphicFrameChg>
        <pc:graphicFrameChg chg="add mod modGraphic">
          <ac:chgData name="Shoshana Bornstein" userId="f554c3c9-fe37-4002-839e-f8c6431ec2da" providerId="ADAL" clId="{4DB5F164-7651-DD40-AC9E-883133A5A61B}" dt="2022-12-06T23:50:52.227" v="8400" actId="27116"/>
          <ac:graphicFrameMkLst>
            <pc:docMk/>
            <pc:sldMk cId="3918947892" sldId="282"/>
            <ac:graphicFrameMk id="11" creationId="{7BFFBFFE-F22F-0F19-8C75-E422E9BB98DD}"/>
          </ac:graphicFrameMkLst>
        </pc:graphicFrameChg>
        <pc:graphicFrameChg chg="mod topLvl">
          <ac:chgData name="Shoshana Bornstein" userId="f554c3c9-fe37-4002-839e-f8c6431ec2da" providerId="ADAL" clId="{4DB5F164-7651-DD40-AC9E-883133A5A61B}" dt="2022-12-06T23:42:44.563" v="8322" actId="164"/>
          <ac:graphicFrameMkLst>
            <pc:docMk/>
            <pc:sldMk cId="3918947892" sldId="282"/>
            <ac:graphicFrameMk id="13" creationId="{D5B05205-C62B-4621-612D-E41172DC8DE3}"/>
          </ac:graphicFrameMkLst>
        </pc:graphicFrameChg>
        <pc:graphicFrameChg chg="add mod modGraphic">
          <ac:chgData name="Shoshana Bornstein" userId="f554c3c9-fe37-4002-839e-f8c6431ec2da" providerId="ADAL" clId="{4DB5F164-7651-DD40-AC9E-883133A5A61B}" dt="2022-12-06T23:50:54.809" v="8401" actId="27116"/>
          <ac:graphicFrameMkLst>
            <pc:docMk/>
            <pc:sldMk cId="3918947892" sldId="282"/>
            <ac:graphicFrameMk id="14" creationId="{44F2EA66-DE9A-BDA9-15B5-C720DF461CE0}"/>
          </ac:graphicFrameMkLst>
        </pc:graphicFrameChg>
        <pc:graphicFrameChg chg="mod topLvl">
          <ac:chgData name="Shoshana Bornstein" userId="f554c3c9-fe37-4002-839e-f8c6431ec2da" providerId="ADAL" clId="{4DB5F164-7651-DD40-AC9E-883133A5A61B}" dt="2022-12-06T23:42:44.563" v="8322" actId="164"/>
          <ac:graphicFrameMkLst>
            <pc:docMk/>
            <pc:sldMk cId="3918947892" sldId="282"/>
            <ac:graphicFrameMk id="18" creationId="{6AE0CCDB-78AF-3C8D-CA97-6CC0E75D282E}"/>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0" creationId="{A8AF93BC-5692-0956-DD90-D70640F4E647}"/>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1" creationId="{8FEC37C1-908F-D0AC-B69F-1BF515A783BB}"/>
          </ac:graphicFrameMkLst>
        </pc:graphicFrameChg>
        <pc:graphicFrameChg chg="mod">
          <ac:chgData name="Shoshana Bornstein" userId="f554c3c9-fe37-4002-839e-f8c6431ec2da" providerId="ADAL" clId="{4DB5F164-7651-DD40-AC9E-883133A5A61B}" dt="2022-12-06T23:54:11.207" v="8406" actId="1076"/>
          <ac:graphicFrameMkLst>
            <pc:docMk/>
            <pc:sldMk cId="3918947892" sldId="282"/>
            <ac:graphicFrameMk id="22" creationId="{BC13116F-C34C-17C4-083E-E32D692CF8D5}"/>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3" creationId="{615F7349-F0DF-E12F-5C36-8297504B9C87}"/>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4" creationId="{CBDCB66A-6640-A4CF-E125-110619B44ADE}"/>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5" creationId="{DD1A5253-4415-1D50-0AE7-DE364D273516}"/>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6" creationId="{475FAB92-484E-5A14-3BB9-41B265B2F84A}"/>
          </ac:graphicFrameMkLst>
        </pc:graphicFrameChg>
        <pc:graphicFrameChg chg="mod topLvl">
          <ac:chgData name="Shoshana Bornstein" userId="f554c3c9-fe37-4002-839e-f8c6431ec2da" providerId="ADAL" clId="{4DB5F164-7651-DD40-AC9E-883133A5A61B}" dt="2022-12-06T23:42:44.563" v="8322" actId="164"/>
          <ac:graphicFrameMkLst>
            <pc:docMk/>
            <pc:sldMk cId="3918947892" sldId="282"/>
            <ac:graphicFrameMk id="27" creationId="{0D65A4F1-E0FF-8CD0-44B5-9FD9DAA33894}"/>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28" creationId="{0A538CC5-8C33-E54B-4E2A-90539E206AA0}"/>
          </ac:graphicFrameMkLst>
        </pc:graphicFrameChg>
        <pc:graphicFrameChg chg="mod topLvl">
          <ac:chgData name="Shoshana Bornstein" userId="f554c3c9-fe37-4002-839e-f8c6431ec2da" providerId="ADAL" clId="{4DB5F164-7651-DD40-AC9E-883133A5A61B}" dt="2022-12-06T23:42:44.563" v="8322" actId="164"/>
          <ac:graphicFrameMkLst>
            <pc:docMk/>
            <pc:sldMk cId="3918947892" sldId="282"/>
            <ac:graphicFrameMk id="29" creationId="{A60DEB16-9D44-ED48-B3D9-5829A7CCFC8C}"/>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30" creationId="{F6BE360F-1941-8AEB-4404-270B1120B141}"/>
          </ac:graphicFrameMkLst>
        </pc:graphicFrameChg>
        <pc:graphicFrameChg chg="mod topLvl">
          <ac:chgData name="Shoshana Bornstein" userId="f554c3c9-fe37-4002-839e-f8c6431ec2da" providerId="ADAL" clId="{4DB5F164-7651-DD40-AC9E-883133A5A61B}" dt="2022-12-06T23:42:44.563" v="8322" actId="164"/>
          <ac:graphicFrameMkLst>
            <pc:docMk/>
            <pc:sldMk cId="3918947892" sldId="282"/>
            <ac:graphicFrameMk id="31" creationId="{BE25C27C-76D7-6409-FC37-04D682B1E07E}"/>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32" creationId="{08C661EE-E37B-E438-3531-600D72F6A5C4}"/>
          </ac:graphicFrameMkLst>
        </pc:graphicFrameChg>
        <pc:graphicFrameChg chg="mod topLvl">
          <ac:chgData name="Shoshana Bornstein" userId="f554c3c9-fe37-4002-839e-f8c6431ec2da" providerId="ADAL" clId="{4DB5F164-7651-DD40-AC9E-883133A5A61B}" dt="2022-12-06T23:42:44.563" v="8322" actId="164"/>
          <ac:graphicFrameMkLst>
            <pc:docMk/>
            <pc:sldMk cId="3918947892" sldId="282"/>
            <ac:graphicFrameMk id="33" creationId="{F2215B84-F37D-AA8D-1EA0-F9D90CE2EED9}"/>
          </ac:graphicFrameMkLst>
        </pc:graphicFrameChg>
        <pc:graphicFrameChg chg="mod">
          <ac:chgData name="Shoshana Bornstein" userId="f554c3c9-fe37-4002-839e-f8c6431ec2da" providerId="ADAL" clId="{4DB5F164-7651-DD40-AC9E-883133A5A61B}" dt="2022-12-06T23:53:38.699" v="8403"/>
          <ac:graphicFrameMkLst>
            <pc:docMk/>
            <pc:sldMk cId="3918947892" sldId="282"/>
            <ac:graphicFrameMk id="35" creationId="{169C66CD-A221-FC33-3C37-E7EEE109C9F4}"/>
          </ac:graphicFrameMkLst>
        </pc:graphicFrameChg>
      </pc:sldChg>
      <pc:sldChg chg="addSp delSp modSp add del mod">
        <pc:chgData name="Shoshana Bornstein" userId="f554c3c9-fe37-4002-839e-f8c6431ec2da" providerId="ADAL" clId="{4DB5F164-7651-DD40-AC9E-883133A5A61B}" dt="2022-12-06T23:57:22.056" v="8414" actId="2696"/>
        <pc:sldMkLst>
          <pc:docMk/>
          <pc:sldMk cId="2434677297" sldId="283"/>
        </pc:sldMkLst>
        <pc:spChg chg="mod">
          <ac:chgData name="Shoshana Bornstein" userId="f554c3c9-fe37-4002-839e-f8c6431ec2da" providerId="ADAL" clId="{4DB5F164-7651-DD40-AC9E-883133A5A61B}" dt="2022-11-30T23:43:22.524" v="8118" actId="20577"/>
          <ac:spMkLst>
            <pc:docMk/>
            <pc:sldMk cId="2434677297" sldId="283"/>
            <ac:spMk id="3" creationId="{1DBB5455-017C-0513-16C8-2FA052EC76F7}"/>
          </ac:spMkLst>
        </pc:spChg>
        <pc:grpChg chg="add mod">
          <ac:chgData name="Shoshana Bornstein" userId="f554c3c9-fe37-4002-839e-f8c6431ec2da" providerId="ADAL" clId="{4DB5F164-7651-DD40-AC9E-883133A5A61B}" dt="2022-12-06T23:43:35.570" v="8333" actId="1076"/>
          <ac:grpSpMkLst>
            <pc:docMk/>
            <pc:sldMk cId="2434677297" sldId="283"/>
            <ac:grpSpMk id="2" creationId="{4A680CCE-B8EE-F367-F8F3-EA919301D6B2}"/>
          </ac:grpSpMkLst>
        </pc:grpChg>
        <pc:grpChg chg="del mod">
          <ac:chgData name="Shoshana Bornstein" userId="f554c3c9-fe37-4002-839e-f8c6431ec2da" providerId="ADAL" clId="{4DB5F164-7651-DD40-AC9E-883133A5A61B}" dt="2022-12-06T23:42:55.828" v="8323" actId="478"/>
          <ac:grpSpMkLst>
            <pc:docMk/>
            <pc:sldMk cId="2434677297" sldId="283"/>
            <ac:grpSpMk id="8" creationId="{41B1B96C-6CD4-9E5D-B415-B834B7D8A264}"/>
          </ac:grpSpMkLst>
        </pc:grpChg>
        <pc:graphicFrameChg chg="modGraphic">
          <ac:chgData name="Shoshana Bornstein" userId="f554c3c9-fe37-4002-839e-f8c6431ec2da" providerId="ADAL" clId="{4DB5F164-7651-DD40-AC9E-883133A5A61B}" dt="2022-11-30T02:14:12.794" v="8095" actId="27116"/>
          <ac:graphicFrameMkLst>
            <pc:docMk/>
            <pc:sldMk cId="2434677297" sldId="283"/>
            <ac:graphicFrameMk id="6" creationId="{8F33078F-2791-EF14-BCC0-6B83BB827982}"/>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9" creationId="{318CDAEF-8A63-B820-BEC7-76EC41F7CC41}"/>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10" creationId="{6B2DA9ED-196C-662A-FAAB-6A2D3D83A40E}"/>
          </ac:graphicFrameMkLst>
        </pc:graphicFrameChg>
        <pc:graphicFrameChg chg="mod">
          <ac:chgData name="Shoshana Bornstein" userId="f554c3c9-fe37-4002-839e-f8c6431ec2da" providerId="ADAL" clId="{4DB5F164-7651-DD40-AC9E-883133A5A61B}" dt="2022-12-06T23:43:29.553" v="8332" actId="1076"/>
          <ac:graphicFrameMkLst>
            <pc:docMk/>
            <pc:sldMk cId="2434677297" sldId="283"/>
            <ac:graphicFrameMk id="11" creationId="{79BF3B2C-9A40-8B63-C034-5D8F984E0039}"/>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12" creationId="{0C061549-418C-D67F-7A3F-00D690D99879}"/>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14" creationId="{01717DB5-6879-3A13-9DD7-FBAE0C94E865}"/>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15" creationId="{9A3495AC-34C5-0C7C-C78C-89A91CF479BB}"/>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16" creationId="{FC655414-10A6-0389-82AE-4CA30E1DC63E}"/>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20" creationId="{74773F90-0B75-99CF-BD5A-DD3FA19904DC}"/>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21" creationId="{1457FBC8-2E0D-2C48-A41E-168B6DA5E81D}"/>
          </ac:graphicFrameMkLst>
        </pc:graphicFrameChg>
        <pc:graphicFrameChg chg="mod">
          <ac:chgData name="Shoshana Bornstein" userId="f554c3c9-fe37-4002-839e-f8c6431ec2da" providerId="ADAL" clId="{4DB5F164-7651-DD40-AC9E-883133A5A61B}" dt="2022-12-06T23:43:13.930" v="8330"/>
          <ac:graphicFrameMkLst>
            <pc:docMk/>
            <pc:sldMk cId="2434677297" sldId="283"/>
            <ac:graphicFrameMk id="22" creationId="{83633224-D22E-B0A3-F9BF-75743BF1B2FC}"/>
          </ac:graphicFrameMkLst>
        </pc:graphicFrameChg>
      </pc:sldChg>
      <pc:sldChg chg="addSp delSp modSp add del mod">
        <pc:chgData name="Shoshana Bornstein" userId="f554c3c9-fe37-4002-839e-f8c6431ec2da" providerId="ADAL" clId="{4DB5F164-7651-DD40-AC9E-883133A5A61B}" dt="2022-12-09T00:52:02.614" v="9007" actId="2696"/>
        <pc:sldMkLst>
          <pc:docMk/>
          <pc:sldMk cId="2975509593" sldId="284"/>
        </pc:sldMkLst>
        <pc:spChg chg="mod">
          <ac:chgData name="Shoshana Bornstein" userId="f554c3c9-fe37-4002-839e-f8c6431ec2da" providerId="ADAL" clId="{4DB5F164-7651-DD40-AC9E-883133A5A61B}" dt="2022-11-30T23:43:29.750" v="8119" actId="20577"/>
          <ac:spMkLst>
            <pc:docMk/>
            <pc:sldMk cId="2975509593" sldId="284"/>
            <ac:spMk id="3" creationId="{1DBB5455-017C-0513-16C8-2FA052EC76F7}"/>
          </ac:spMkLst>
        </pc:spChg>
        <pc:grpChg chg="add mod">
          <ac:chgData name="Shoshana Bornstein" userId="f554c3c9-fe37-4002-839e-f8c6431ec2da" providerId="ADAL" clId="{4DB5F164-7651-DD40-AC9E-883133A5A61B}" dt="2022-12-06T23:58:13.670" v="8420" actId="1076"/>
          <ac:grpSpMkLst>
            <pc:docMk/>
            <pc:sldMk cId="2975509593" sldId="284"/>
            <ac:grpSpMk id="2" creationId="{A9DC71C3-B792-E014-BC57-BE57B7A58172}"/>
          </ac:grpSpMkLst>
        </pc:grpChg>
        <pc:grpChg chg="del mod">
          <ac:chgData name="Shoshana Bornstein" userId="f554c3c9-fe37-4002-839e-f8c6431ec2da" providerId="ADAL" clId="{4DB5F164-7651-DD40-AC9E-883133A5A61B}" dt="2022-12-06T23:42:58.629" v="8324" actId="478"/>
          <ac:grpSpMkLst>
            <pc:docMk/>
            <pc:sldMk cId="2975509593" sldId="284"/>
            <ac:grpSpMk id="8" creationId="{41B1B96C-6CD4-9E5D-B415-B834B7D8A264}"/>
          </ac:grpSpMkLst>
        </pc:grpChg>
        <pc:graphicFrameChg chg="mod">
          <ac:chgData name="Shoshana Bornstein" userId="f554c3c9-fe37-4002-839e-f8c6431ec2da" providerId="ADAL" clId="{4DB5F164-7651-DD40-AC9E-883133A5A61B}" dt="2022-12-06T23:43:39.901" v="8334"/>
          <ac:graphicFrameMkLst>
            <pc:docMk/>
            <pc:sldMk cId="2975509593" sldId="284"/>
            <ac:graphicFrameMk id="9" creationId="{AB906648-307D-C336-5B3D-2FF103F5EA9A}"/>
          </ac:graphicFrameMkLst>
        </pc:graphicFrameChg>
        <pc:graphicFrameChg chg="mod">
          <ac:chgData name="Shoshana Bornstein" userId="f554c3c9-fe37-4002-839e-f8c6431ec2da" providerId="ADAL" clId="{4DB5F164-7651-DD40-AC9E-883133A5A61B}" dt="2022-12-06T23:43:39.901" v="8334"/>
          <ac:graphicFrameMkLst>
            <pc:docMk/>
            <pc:sldMk cId="2975509593" sldId="284"/>
            <ac:graphicFrameMk id="10" creationId="{FFAB3637-D9E6-EDE1-F41F-61F64414410B}"/>
          </ac:graphicFrameMkLst>
        </pc:graphicFrameChg>
        <pc:graphicFrameChg chg="mod">
          <ac:chgData name="Shoshana Bornstein" userId="f554c3c9-fe37-4002-839e-f8c6431ec2da" providerId="ADAL" clId="{4DB5F164-7651-DD40-AC9E-883133A5A61B}" dt="2022-12-06T23:43:39.901" v="8334"/>
          <ac:graphicFrameMkLst>
            <pc:docMk/>
            <pc:sldMk cId="2975509593" sldId="284"/>
            <ac:graphicFrameMk id="11" creationId="{39C61E20-73E9-52CF-9D53-9FF46D8232BE}"/>
          </ac:graphicFrameMkLst>
        </pc:graphicFrameChg>
        <pc:graphicFrameChg chg="mod">
          <ac:chgData name="Shoshana Bornstein" userId="f554c3c9-fe37-4002-839e-f8c6431ec2da" providerId="ADAL" clId="{4DB5F164-7651-DD40-AC9E-883133A5A61B}" dt="2022-12-06T23:43:39.901" v="8334"/>
          <ac:graphicFrameMkLst>
            <pc:docMk/>
            <pc:sldMk cId="2975509593" sldId="284"/>
            <ac:graphicFrameMk id="12" creationId="{3B254E35-37DE-EABC-6CBD-6141BE1D699A}"/>
          </ac:graphicFrameMkLst>
        </pc:graphicFrameChg>
        <pc:graphicFrameChg chg="mod">
          <ac:chgData name="Shoshana Bornstein" userId="f554c3c9-fe37-4002-839e-f8c6431ec2da" providerId="ADAL" clId="{4DB5F164-7651-DD40-AC9E-883133A5A61B}" dt="2022-12-06T23:43:39.901" v="8334"/>
          <ac:graphicFrameMkLst>
            <pc:docMk/>
            <pc:sldMk cId="2975509593" sldId="284"/>
            <ac:graphicFrameMk id="14" creationId="{01E7816F-BB67-ADC9-D7D5-A73EA5B498A4}"/>
          </ac:graphicFrameMkLst>
        </pc:graphicFrameChg>
        <pc:graphicFrameChg chg="mod">
          <ac:chgData name="Shoshana Bornstein" userId="f554c3c9-fe37-4002-839e-f8c6431ec2da" providerId="ADAL" clId="{4DB5F164-7651-DD40-AC9E-883133A5A61B}" dt="2022-12-06T23:43:39.901" v="8334"/>
          <ac:graphicFrameMkLst>
            <pc:docMk/>
            <pc:sldMk cId="2975509593" sldId="284"/>
            <ac:graphicFrameMk id="15" creationId="{0D31FBF3-33EF-DE6B-3375-CCADFEF2BDE4}"/>
          </ac:graphicFrameMkLst>
        </pc:graphicFrameChg>
        <pc:graphicFrameChg chg="mod">
          <ac:chgData name="Shoshana Bornstein" userId="f554c3c9-fe37-4002-839e-f8c6431ec2da" providerId="ADAL" clId="{4DB5F164-7651-DD40-AC9E-883133A5A61B}" dt="2022-12-06T23:43:39.901" v="8334"/>
          <ac:graphicFrameMkLst>
            <pc:docMk/>
            <pc:sldMk cId="2975509593" sldId="284"/>
            <ac:graphicFrameMk id="16" creationId="{F507E7D9-7884-6AB1-0BE8-D362FE865DE6}"/>
          </ac:graphicFrameMkLst>
        </pc:graphicFrameChg>
        <pc:graphicFrameChg chg="mod modGraphic">
          <ac:chgData name="Shoshana Bornstein" userId="f554c3c9-fe37-4002-839e-f8c6431ec2da" providerId="ADAL" clId="{4DB5F164-7651-DD40-AC9E-883133A5A61B}" dt="2022-12-06T23:50:23.543" v="8395" actId="27116"/>
          <ac:graphicFrameMkLst>
            <pc:docMk/>
            <pc:sldMk cId="2975509593" sldId="284"/>
            <ac:graphicFrameMk id="20" creationId="{45BAC408-1853-F8BD-0247-8B7B74AA8929}"/>
          </ac:graphicFrameMkLst>
        </pc:graphicFrameChg>
        <pc:graphicFrameChg chg="mod modGraphic">
          <ac:chgData name="Shoshana Bornstein" userId="f554c3c9-fe37-4002-839e-f8c6431ec2da" providerId="ADAL" clId="{4DB5F164-7651-DD40-AC9E-883133A5A61B}" dt="2022-12-06T23:50:25.460" v="8396" actId="27116"/>
          <ac:graphicFrameMkLst>
            <pc:docMk/>
            <pc:sldMk cId="2975509593" sldId="284"/>
            <ac:graphicFrameMk id="21" creationId="{E3E7B2F8-5B96-EF15-9261-271B5E4979BA}"/>
          </ac:graphicFrameMkLst>
        </pc:graphicFrameChg>
        <pc:graphicFrameChg chg="mod modGraphic">
          <ac:chgData name="Shoshana Bornstein" userId="f554c3c9-fe37-4002-839e-f8c6431ec2da" providerId="ADAL" clId="{4DB5F164-7651-DD40-AC9E-883133A5A61B}" dt="2022-12-06T23:50:28.814" v="8397" actId="27116"/>
          <ac:graphicFrameMkLst>
            <pc:docMk/>
            <pc:sldMk cId="2975509593" sldId="284"/>
            <ac:graphicFrameMk id="22" creationId="{A47A8AD6-CBF2-2600-3691-FACA904046CF}"/>
          </ac:graphicFrameMkLst>
        </pc:graphicFrameChg>
      </pc:sldChg>
      <pc:sldChg chg="addSp delSp modSp add del mod">
        <pc:chgData name="Shoshana Bornstein" userId="f554c3c9-fe37-4002-839e-f8c6431ec2da" providerId="ADAL" clId="{4DB5F164-7651-DD40-AC9E-883133A5A61B}" dt="2022-12-09T00:52:02.614" v="9007" actId="2696"/>
        <pc:sldMkLst>
          <pc:docMk/>
          <pc:sldMk cId="289668679" sldId="285"/>
        </pc:sldMkLst>
        <pc:spChg chg="mod">
          <ac:chgData name="Shoshana Bornstein" userId="f554c3c9-fe37-4002-839e-f8c6431ec2da" providerId="ADAL" clId="{4DB5F164-7651-DD40-AC9E-883133A5A61B}" dt="2022-11-30T23:43:33.477" v="8120" actId="20577"/>
          <ac:spMkLst>
            <pc:docMk/>
            <pc:sldMk cId="289668679" sldId="285"/>
            <ac:spMk id="3" creationId="{1DBB5455-017C-0513-16C8-2FA052EC76F7}"/>
          </ac:spMkLst>
        </pc:spChg>
        <pc:grpChg chg="add mod">
          <ac:chgData name="Shoshana Bornstein" userId="f554c3c9-fe37-4002-839e-f8c6431ec2da" providerId="ADAL" clId="{4DB5F164-7651-DD40-AC9E-883133A5A61B}" dt="2022-12-07T00:03:20.332" v="8441" actId="1076"/>
          <ac:grpSpMkLst>
            <pc:docMk/>
            <pc:sldMk cId="289668679" sldId="285"/>
            <ac:grpSpMk id="2" creationId="{5C960EC2-0897-4F4D-CFEF-5EAF65E7A4BF}"/>
          </ac:grpSpMkLst>
        </pc:grpChg>
        <pc:grpChg chg="mod">
          <ac:chgData name="Shoshana Bornstein" userId="f554c3c9-fe37-4002-839e-f8c6431ec2da" providerId="ADAL" clId="{4DB5F164-7651-DD40-AC9E-883133A5A61B}" dt="2022-12-05T03:27:44.466" v="8220" actId="164"/>
          <ac:grpSpMkLst>
            <pc:docMk/>
            <pc:sldMk cId="289668679" sldId="285"/>
            <ac:grpSpMk id="8" creationId="{41B1B96C-6CD4-9E5D-B415-B834B7D8A264}"/>
          </ac:grpSpMkLst>
        </pc:grpChg>
        <pc:grpChg chg="add del mod">
          <ac:chgData name="Shoshana Bornstein" userId="f554c3c9-fe37-4002-839e-f8c6431ec2da" providerId="ADAL" clId="{4DB5F164-7651-DD40-AC9E-883133A5A61B}" dt="2022-12-06T23:43:01.398" v="8326" actId="478"/>
          <ac:grpSpMkLst>
            <pc:docMk/>
            <pc:sldMk cId="289668679" sldId="285"/>
            <ac:grpSpMk id="12" creationId="{3CCC210A-6A9D-1C57-3DCA-C3C5EC649DE2}"/>
          </ac:grpSpMkLst>
        </pc:grpChg>
        <pc:graphicFrameChg chg="add mod modGraphic">
          <ac:chgData name="Shoshana Bornstein" userId="f554c3c9-fe37-4002-839e-f8c6431ec2da" providerId="ADAL" clId="{4DB5F164-7651-DD40-AC9E-883133A5A61B}" dt="2022-12-05T03:27:51.318" v="8221" actId="27116"/>
          <ac:graphicFrameMkLst>
            <pc:docMk/>
            <pc:sldMk cId="289668679" sldId="285"/>
            <ac:graphicFrameMk id="9" creationId="{638FE414-BB0E-28CB-69F4-F8DD90922494}"/>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10" creationId="{28CA34A9-A7D2-B45F-1712-F3AF114F37A7}"/>
          </ac:graphicFrameMkLst>
        </pc:graphicFrameChg>
        <pc:graphicFrameChg chg="add mod modGraphic">
          <ac:chgData name="Shoshana Bornstein" userId="f554c3c9-fe37-4002-839e-f8c6431ec2da" providerId="ADAL" clId="{4DB5F164-7651-DD40-AC9E-883133A5A61B}" dt="2022-12-05T03:27:54.364" v="8222" actId="27116"/>
          <ac:graphicFrameMkLst>
            <pc:docMk/>
            <pc:sldMk cId="289668679" sldId="285"/>
            <ac:graphicFrameMk id="11" creationId="{693AF656-EFED-3B2B-EB79-45EE396B8491}"/>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14" creationId="{627C4F43-2FE8-5CCF-89ED-57B3D7D88E6C}"/>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15" creationId="{344A59DD-FB9B-99A3-0929-00F10B9A3875}"/>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16" creationId="{AAA4040A-3530-B132-F006-016F5E9DF410}"/>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20" creationId="{BA12A3B7-447D-AEB8-58C2-CC2DEC244E67}"/>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21" creationId="{18AF2760-6110-3555-8181-7D986BAF1961}"/>
          </ac:graphicFrameMkLst>
        </pc:graphicFrameChg>
        <pc:graphicFrameChg chg="mod">
          <ac:chgData name="Shoshana Bornstein" userId="f554c3c9-fe37-4002-839e-f8c6431ec2da" providerId="ADAL" clId="{4DB5F164-7651-DD40-AC9E-883133A5A61B}" dt="2022-12-06T23:44:06.470" v="8337"/>
          <ac:graphicFrameMkLst>
            <pc:docMk/>
            <pc:sldMk cId="289668679" sldId="285"/>
            <ac:graphicFrameMk id="22" creationId="{D66EB14E-64F1-ECEE-1488-C066DE2EBB40}"/>
          </ac:graphicFrameMkLst>
        </pc:graphicFrameChg>
        <pc:graphicFrameChg chg="mod modGraphic">
          <ac:chgData name="Shoshana Bornstein" userId="f554c3c9-fe37-4002-839e-f8c6431ec2da" providerId="ADAL" clId="{4DB5F164-7651-DD40-AC9E-883133A5A61B}" dt="2022-12-06T23:50:00.835" v="8391" actId="27116"/>
          <ac:graphicFrameMkLst>
            <pc:docMk/>
            <pc:sldMk cId="289668679" sldId="285"/>
            <ac:graphicFrameMk id="23" creationId="{F87AA5E5-4E51-2C45-4EF1-24891859B0E2}"/>
          </ac:graphicFrameMkLst>
        </pc:graphicFrameChg>
        <pc:graphicFrameChg chg="mod modGraphic">
          <ac:chgData name="Shoshana Bornstein" userId="f554c3c9-fe37-4002-839e-f8c6431ec2da" providerId="ADAL" clId="{4DB5F164-7651-DD40-AC9E-883133A5A61B}" dt="2022-12-06T23:50:02.535" v="8392" actId="27116"/>
          <ac:graphicFrameMkLst>
            <pc:docMk/>
            <pc:sldMk cId="289668679" sldId="285"/>
            <ac:graphicFrameMk id="24" creationId="{ABD09959-2F1B-308B-6898-FD3434A4736E}"/>
          </ac:graphicFrameMkLst>
        </pc:graphicFrameChg>
        <pc:graphicFrameChg chg="mod modGraphic">
          <ac:chgData name="Shoshana Bornstein" userId="f554c3c9-fe37-4002-839e-f8c6431ec2da" providerId="ADAL" clId="{4DB5F164-7651-DD40-AC9E-883133A5A61B}" dt="2022-12-06T23:50:05.562" v="8393" actId="27116"/>
          <ac:graphicFrameMkLst>
            <pc:docMk/>
            <pc:sldMk cId="289668679" sldId="285"/>
            <ac:graphicFrameMk id="25" creationId="{0CFABAB3-67D5-6D23-7ECE-3792D162B65A}"/>
          </ac:graphicFrameMkLst>
        </pc:graphicFrameChg>
        <pc:graphicFrameChg chg="del">
          <ac:chgData name="Shoshana Bornstein" userId="f554c3c9-fe37-4002-839e-f8c6431ec2da" providerId="ADAL" clId="{4DB5F164-7651-DD40-AC9E-883133A5A61B}" dt="2022-12-05T03:23:56.501" v="8193" actId="478"/>
          <ac:graphicFrameMkLst>
            <pc:docMk/>
            <pc:sldMk cId="289668679" sldId="285"/>
            <ac:graphicFrameMk id="31" creationId="{BE25C27C-76D7-6409-FC37-04D682B1E07E}"/>
          </ac:graphicFrameMkLst>
        </pc:graphicFrameChg>
        <pc:graphicFrameChg chg="mod">
          <ac:chgData name="Shoshana Bornstein" userId="f554c3c9-fe37-4002-839e-f8c6431ec2da" providerId="ADAL" clId="{4DB5F164-7651-DD40-AC9E-883133A5A61B}" dt="2022-12-05T03:25:28.945" v="8199" actId="1076"/>
          <ac:graphicFrameMkLst>
            <pc:docMk/>
            <pc:sldMk cId="289668679" sldId="285"/>
            <ac:graphicFrameMk id="33" creationId="{F2215B84-F37D-AA8D-1EA0-F9D90CE2EED9}"/>
          </ac:graphicFrameMkLst>
        </pc:graphicFrameChg>
      </pc:sldChg>
      <pc:sldChg chg="addSp delSp modSp add del mod">
        <pc:chgData name="Shoshana Bornstein" userId="f554c3c9-fe37-4002-839e-f8c6431ec2da" providerId="ADAL" clId="{4DB5F164-7651-DD40-AC9E-883133A5A61B}" dt="2022-12-09T00:52:02.614" v="9007" actId="2696"/>
        <pc:sldMkLst>
          <pc:docMk/>
          <pc:sldMk cId="2880239924" sldId="286"/>
        </pc:sldMkLst>
        <pc:spChg chg="mod">
          <ac:chgData name="Shoshana Bornstein" userId="f554c3c9-fe37-4002-839e-f8c6431ec2da" providerId="ADAL" clId="{4DB5F164-7651-DD40-AC9E-883133A5A61B}" dt="2022-11-30T23:43:37.251" v="8121" actId="20577"/>
          <ac:spMkLst>
            <pc:docMk/>
            <pc:sldMk cId="2880239924" sldId="286"/>
            <ac:spMk id="3" creationId="{1DBB5455-017C-0513-16C8-2FA052EC76F7}"/>
          </ac:spMkLst>
        </pc:spChg>
        <pc:grpChg chg="add mod">
          <ac:chgData name="Shoshana Bornstein" userId="f554c3c9-fe37-4002-839e-f8c6431ec2da" providerId="ADAL" clId="{4DB5F164-7651-DD40-AC9E-883133A5A61B}" dt="2022-12-06T23:44:38.717" v="8343" actId="1076"/>
          <ac:grpSpMkLst>
            <pc:docMk/>
            <pc:sldMk cId="2880239924" sldId="286"/>
            <ac:grpSpMk id="2" creationId="{D9766E63-F1EA-6628-1A9F-ABCB724EFC31}"/>
          </ac:grpSpMkLst>
        </pc:grpChg>
        <pc:grpChg chg="add del mod">
          <ac:chgData name="Shoshana Bornstein" userId="f554c3c9-fe37-4002-839e-f8c6431ec2da" providerId="ADAL" clId="{4DB5F164-7651-DD40-AC9E-883133A5A61B}" dt="2022-12-05T03:28:22.931" v="8230" actId="478"/>
          <ac:grpSpMkLst>
            <pc:docMk/>
            <pc:sldMk cId="2880239924" sldId="286"/>
            <ac:grpSpMk id="8" creationId="{41B1B96C-6CD4-9E5D-B415-B834B7D8A264}"/>
          </ac:grpSpMkLst>
        </pc:grpChg>
        <pc:grpChg chg="add del mod">
          <ac:chgData name="Shoshana Bornstein" userId="f554c3c9-fe37-4002-839e-f8c6431ec2da" providerId="ADAL" clId="{4DB5F164-7651-DD40-AC9E-883133A5A61B}" dt="2022-12-06T23:43:04.444" v="8328" actId="478"/>
          <ac:grpSpMkLst>
            <pc:docMk/>
            <pc:sldMk cId="2880239924" sldId="286"/>
            <ac:grpSpMk id="9" creationId="{FEAB2B45-C7A5-C0F0-91A3-F5D3F9F15CFA}"/>
          </ac:grpSpMkLst>
        </pc:grpChg>
        <pc:grpChg chg="mod">
          <ac:chgData name="Shoshana Bornstein" userId="f554c3c9-fe37-4002-839e-f8c6431ec2da" providerId="ADAL" clId="{4DB5F164-7651-DD40-AC9E-883133A5A61B}" dt="2022-12-05T03:28:23.800" v="8231"/>
          <ac:grpSpMkLst>
            <pc:docMk/>
            <pc:sldMk cId="2880239924" sldId="286"/>
            <ac:grpSpMk id="10" creationId="{015C8B00-CA86-1FB7-CDAD-D98D5E06183D}"/>
          </ac:grpSpMkLst>
        </pc:grpChg>
        <pc:grpChg chg="mod">
          <ac:chgData name="Shoshana Bornstein" userId="f554c3c9-fe37-4002-839e-f8c6431ec2da" providerId="ADAL" clId="{4DB5F164-7651-DD40-AC9E-883133A5A61B}" dt="2022-12-05T03:28:23.800" v="8231"/>
          <ac:grpSpMkLst>
            <pc:docMk/>
            <pc:sldMk cId="2880239924" sldId="286"/>
            <ac:grpSpMk id="14" creationId="{2116A7C5-18D7-6AD7-A6EB-0E734359520C}"/>
          </ac:grpSpMkLst>
        </pc:grpChg>
        <pc:graphicFrameChg chg="add del mod">
          <ac:chgData name="Shoshana Bornstein" userId="f554c3c9-fe37-4002-839e-f8c6431ec2da" providerId="ADAL" clId="{4DB5F164-7651-DD40-AC9E-883133A5A61B}" dt="2022-12-05T03:28:13.818" v="8226"/>
          <ac:graphicFrameMkLst>
            <pc:docMk/>
            <pc:sldMk cId="2880239924" sldId="286"/>
            <ac:graphicFrameMk id="2" creationId="{369DFDA9-C5FD-8961-B985-49F3FDCE41F3}"/>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4" creationId="{675A4BBD-EBF8-0DD6-66F2-71D07E770601}"/>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6" creationId="{6DC7462E-324F-F12A-7D87-737E9DF7327A}"/>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8" creationId="{626103C8-E97B-2369-0AE6-07A21627A8AD}"/>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11" creationId="{EE9A13A4-9028-D014-55BB-73B595730305}"/>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12" creationId="{721FA387-557C-3F5D-FC54-61AAE531103A}"/>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13" creationId="{008E988B-1E22-3046-3B5C-DF8DC99040D2}"/>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15" creationId="{B05D471C-A66B-D996-67B2-A9F6118505DE}"/>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16" creationId="{960761F5-7A54-8781-2A7A-DBAEC0EACA0E}"/>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18" creationId="{59B8FCEC-C7F9-5A7D-F655-B644DC7B2BF6}"/>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20" creationId="{93C26E2F-01BB-1011-CDAB-4FE91859FA7C}"/>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21" creationId="{ED60F7B2-497F-2EE4-43B0-5E70C7A8242F}"/>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22" creationId="{0B57F8F9-F477-8D70-8BAE-0C922706AD63}"/>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23" creationId="{783A5FF3-D1EC-99B6-6B3D-571D2EE52860}"/>
          </ac:graphicFrameMkLst>
        </pc:graphicFrameChg>
        <pc:graphicFrameChg chg="mod">
          <ac:chgData name="Shoshana Bornstein" userId="f554c3c9-fe37-4002-839e-f8c6431ec2da" providerId="ADAL" clId="{4DB5F164-7651-DD40-AC9E-883133A5A61B}" dt="2022-12-05T03:28:23.800" v="8231"/>
          <ac:graphicFrameMkLst>
            <pc:docMk/>
            <pc:sldMk cId="2880239924" sldId="286"/>
            <ac:graphicFrameMk id="24" creationId="{7211C678-C165-4302-0CCC-27A755840059}"/>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25" creationId="{4EBEF291-CB63-DEED-51F8-66EB70B835B5}"/>
          </ac:graphicFrameMkLst>
        </pc:graphicFrameChg>
        <pc:graphicFrameChg chg="mod">
          <ac:chgData name="Shoshana Bornstein" userId="f554c3c9-fe37-4002-839e-f8c6431ec2da" providerId="ADAL" clId="{4DB5F164-7651-DD40-AC9E-883133A5A61B}" dt="2022-12-06T23:44:19.445" v="8340"/>
          <ac:graphicFrameMkLst>
            <pc:docMk/>
            <pc:sldMk cId="2880239924" sldId="286"/>
            <ac:graphicFrameMk id="26" creationId="{032DE029-BCFB-380E-84CB-3027FDF714EC}"/>
          </ac:graphicFrameMkLst>
        </pc:graphicFrameChg>
        <pc:graphicFrameChg chg="mod modGraphic">
          <ac:chgData name="Shoshana Bornstein" userId="f554c3c9-fe37-4002-839e-f8c6431ec2da" providerId="ADAL" clId="{4DB5F164-7651-DD40-AC9E-883133A5A61B}" dt="2022-12-06T23:49:37.200" v="8389" actId="14861"/>
          <ac:graphicFrameMkLst>
            <pc:docMk/>
            <pc:sldMk cId="2880239924" sldId="286"/>
            <ac:graphicFrameMk id="27" creationId="{1080432B-DE12-D3F6-D513-E6F12C7BCD52}"/>
          </ac:graphicFrameMkLst>
        </pc:graphicFrameChg>
        <pc:graphicFrameChg chg="mod modGraphic">
          <ac:chgData name="Shoshana Bornstein" userId="f554c3c9-fe37-4002-839e-f8c6431ec2da" providerId="ADAL" clId="{4DB5F164-7651-DD40-AC9E-883133A5A61B}" dt="2022-12-06T23:49:37.200" v="8389" actId="14861"/>
          <ac:graphicFrameMkLst>
            <pc:docMk/>
            <pc:sldMk cId="2880239924" sldId="286"/>
            <ac:graphicFrameMk id="28" creationId="{07AC5D4A-85FA-894B-5F25-B86FE0B83100}"/>
          </ac:graphicFrameMkLst>
        </pc:graphicFrameChg>
        <pc:graphicFrameChg chg="mod modGraphic">
          <ac:chgData name="Shoshana Bornstein" userId="f554c3c9-fe37-4002-839e-f8c6431ec2da" providerId="ADAL" clId="{4DB5F164-7651-DD40-AC9E-883133A5A61B}" dt="2022-12-06T23:49:37.200" v="8389" actId="14861"/>
          <ac:graphicFrameMkLst>
            <pc:docMk/>
            <pc:sldMk cId="2880239924" sldId="286"/>
            <ac:graphicFrameMk id="29" creationId="{EB26F81E-77CE-1930-7C89-E918017CDB62}"/>
          </ac:graphicFrameMkLst>
        </pc:graphicFrameChg>
      </pc:sldChg>
      <pc:sldChg chg="addSp delSp modSp add del mod">
        <pc:chgData name="Shoshana Bornstein" userId="f554c3c9-fe37-4002-839e-f8c6431ec2da" providerId="ADAL" clId="{4DB5F164-7651-DD40-AC9E-883133A5A61B}" dt="2022-12-09T00:52:02.614" v="9007" actId="2696"/>
        <pc:sldMkLst>
          <pc:docMk/>
          <pc:sldMk cId="963946440" sldId="287"/>
        </pc:sldMkLst>
        <pc:spChg chg="mod">
          <ac:chgData name="Shoshana Bornstein" userId="f554c3c9-fe37-4002-839e-f8c6431ec2da" providerId="ADAL" clId="{4DB5F164-7651-DD40-AC9E-883133A5A61B}" dt="2022-11-30T23:43:40.160" v="8122" actId="20577"/>
          <ac:spMkLst>
            <pc:docMk/>
            <pc:sldMk cId="963946440" sldId="287"/>
            <ac:spMk id="3" creationId="{1DBB5455-017C-0513-16C8-2FA052EC76F7}"/>
          </ac:spMkLst>
        </pc:spChg>
        <pc:grpChg chg="add del mod">
          <ac:chgData name="Shoshana Bornstein" userId="f554c3c9-fe37-4002-839e-f8c6431ec2da" providerId="ADAL" clId="{4DB5F164-7651-DD40-AC9E-883133A5A61B}" dt="2022-12-06T23:43:06.750" v="8329" actId="478"/>
          <ac:grpSpMkLst>
            <pc:docMk/>
            <pc:sldMk cId="963946440" sldId="287"/>
            <ac:grpSpMk id="2" creationId="{E3747B7F-E6C0-8EB3-91B6-C36B66295460}"/>
          </ac:grpSpMkLst>
        </pc:grpChg>
        <pc:grpChg chg="add mod">
          <ac:chgData name="Shoshana Bornstein" userId="f554c3c9-fe37-4002-839e-f8c6431ec2da" providerId="ADAL" clId="{4DB5F164-7651-DD40-AC9E-883133A5A61B}" dt="2022-12-07T00:02:54.576" v="8440" actId="1076"/>
          <ac:grpSpMkLst>
            <pc:docMk/>
            <pc:sldMk cId="963946440" sldId="287"/>
            <ac:grpSpMk id="4" creationId="{906FDDFE-1D23-7E20-187D-DBB7FA59B13A}"/>
          </ac:grpSpMkLst>
        </pc:grpChg>
        <pc:grpChg chg="del mod">
          <ac:chgData name="Shoshana Bornstein" userId="f554c3c9-fe37-4002-839e-f8c6431ec2da" providerId="ADAL" clId="{4DB5F164-7651-DD40-AC9E-883133A5A61B}" dt="2022-12-05T03:28:46.866" v="8234" actId="478"/>
          <ac:grpSpMkLst>
            <pc:docMk/>
            <pc:sldMk cId="963946440" sldId="287"/>
            <ac:grpSpMk id="8" creationId="{41B1B96C-6CD4-9E5D-B415-B834B7D8A264}"/>
          </ac:grpSpMkLst>
        </pc:grpChg>
        <pc:grpChg chg="mod">
          <ac:chgData name="Shoshana Bornstein" userId="f554c3c9-fe37-4002-839e-f8c6431ec2da" providerId="ADAL" clId="{4DB5F164-7651-DD40-AC9E-883133A5A61B}" dt="2022-12-05T03:28:47.800" v="8235"/>
          <ac:grpSpMkLst>
            <pc:docMk/>
            <pc:sldMk cId="963946440" sldId="287"/>
            <ac:grpSpMk id="9" creationId="{ACBA08D1-84A6-3D27-EB83-5F0F6D45A60A}"/>
          </ac:grpSpMkLst>
        </pc:grpChg>
        <pc:grpChg chg="mod">
          <ac:chgData name="Shoshana Bornstein" userId="f554c3c9-fe37-4002-839e-f8c6431ec2da" providerId="ADAL" clId="{4DB5F164-7651-DD40-AC9E-883133A5A61B}" dt="2022-12-05T03:28:47.800" v="8235"/>
          <ac:grpSpMkLst>
            <pc:docMk/>
            <pc:sldMk cId="963946440" sldId="287"/>
            <ac:grpSpMk id="12" creationId="{9DF801F1-0F6A-327F-5845-1D1ADDE15ACE}"/>
          </ac:grpSpMkLst>
        </pc:grpChg>
        <pc:graphicFrameChg chg="mod">
          <ac:chgData name="Shoshana Bornstein" userId="f554c3c9-fe37-4002-839e-f8c6431ec2da" providerId="ADAL" clId="{4DB5F164-7651-DD40-AC9E-883133A5A61B}" dt="2022-12-06T23:44:41.751" v="8344"/>
          <ac:graphicFrameMkLst>
            <pc:docMk/>
            <pc:sldMk cId="963946440" sldId="287"/>
            <ac:graphicFrameMk id="6" creationId="{1F279BA7-F3BF-EB92-F9BB-3EE27BDBDC15}"/>
          </ac:graphicFrameMkLst>
        </pc:graphicFrameChg>
        <pc:graphicFrameChg chg="mod">
          <ac:chgData name="Shoshana Bornstein" userId="f554c3c9-fe37-4002-839e-f8c6431ec2da" providerId="ADAL" clId="{4DB5F164-7651-DD40-AC9E-883133A5A61B}" dt="2022-12-06T23:44:41.751" v="8344"/>
          <ac:graphicFrameMkLst>
            <pc:docMk/>
            <pc:sldMk cId="963946440" sldId="287"/>
            <ac:graphicFrameMk id="8" creationId="{DDCC96A2-1590-B56E-2173-67C3C73849B7}"/>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10" creationId="{D789DCA3-0501-05F8-C5C4-31EC94E30B7A}"/>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11" creationId="{E38FC200-19CD-EACC-74D1-8D128679DEEA}"/>
          </ac:graphicFrameMkLst>
        </pc:graphicFrameChg>
        <pc:graphicFrameChg chg="mod">
          <ac:chgData name="Shoshana Bornstein" userId="f554c3c9-fe37-4002-839e-f8c6431ec2da" providerId="ADAL" clId="{4DB5F164-7651-DD40-AC9E-883133A5A61B}" dt="2022-12-06T23:44:41.751" v="8344"/>
          <ac:graphicFrameMkLst>
            <pc:docMk/>
            <pc:sldMk cId="963946440" sldId="287"/>
            <ac:graphicFrameMk id="13" creationId="{9CE164DA-31E4-D1E8-F1D7-48F0CD80C36C}"/>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14" creationId="{152A15CF-7631-433E-094A-7AEEDF3E06B9}"/>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15" creationId="{21EFDA02-AA11-B5AB-B739-4A9B4E7F7674}"/>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16" creationId="{EE6E5FF3-8889-F9C1-A911-44CACABA34F9}"/>
          </ac:graphicFrameMkLst>
        </pc:graphicFrameChg>
        <pc:graphicFrameChg chg="mod">
          <ac:chgData name="Shoshana Bornstein" userId="f554c3c9-fe37-4002-839e-f8c6431ec2da" providerId="ADAL" clId="{4DB5F164-7651-DD40-AC9E-883133A5A61B}" dt="2022-12-06T23:44:41.751" v="8344"/>
          <ac:graphicFrameMkLst>
            <pc:docMk/>
            <pc:sldMk cId="963946440" sldId="287"/>
            <ac:graphicFrameMk id="18" creationId="{673313FC-9FD3-9864-386B-95AE66AD3558}"/>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20" creationId="{B1F45C94-08CE-6B6A-1837-5CB8AA70806F}"/>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21" creationId="{959A06BB-B1D3-E601-4A67-073D35935396}"/>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22" creationId="{D57E81B2-A1BE-B30E-6492-0BCB8FED169E}"/>
          </ac:graphicFrameMkLst>
        </pc:graphicFrameChg>
        <pc:graphicFrameChg chg="mod">
          <ac:chgData name="Shoshana Bornstein" userId="f554c3c9-fe37-4002-839e-f8c6431ec2da" providerId="ADAL" clId="{4DB5F164-7651-DD40-AC9E-883133A5A61B}" dt="2022-12-05T03:28:47.800" v="8235"/>
          <ac:graphicFrameMkLst>
            <pc:docMk/>
            <pc:sldMk cId="963946440" sldId="287"/>
            <ac:graphicFrameMk id="23" creationId="{23BF7F8E-01FB-533D-AB5B-F9158A1B85C7}"/>
          </ac:graphicFrameMkLst>
        </pc:graphicFrameChg>
        <pc:graphicFrameChg chg="mod">
          <ac:chgData name="Shoshana Bornstein" userId="f554c3c9-fe37-4002-839e-f8c6431ec2da" providerId="ADAL" clId="{4DB5F164-7651-DD40-AC9E-883133A5A61B}" dt="2022-12-06T23:44:41.751" v="8344"/>
          <ac:graphicFrameMkLst>
            <pc:docMk/>
            <pc:sldMk cId="963946440" sldId="287"/>
            <ac:graphicFrameMk id="24" creationId="{2EBC585D-FC79-F01C-8CFE-7A932836E7EA}"/>
          </ac:graphicFrameMkLst>
        </pc:graphicFrameChg>
        <pc:graphicFrameChg chg="mod">
          <ac:chgData name="Shoshana Bornstein" userId="f554c3c9-fe37-4002-839e-f8c6431ec2da" providerId="ADAL" clId="{4DB5F164-7651-DD40-AC9E-883133A5A61B}" dt="2022-12-06T23:44:41.751" v="8344"/>
          <ac:graphicFrameMkLst>
            <pc:docMk/>
            <pc:sldMk cId="963946440" sldId="287"/>
            <ac:graphicFrameMk id="25" creationId="{ED480CE8-E874-B35E-484E-11064F8E4315}"/>
          </ac:graphicFrameMkLst>
        </pc:graphicFrameChg>
        <pc:graphicFrameChg chg="mod">
          <ac:chgData name="Shoshana Bornstein" userId="f554c3c9-fe37-4002-839e-f8c6431ec2da" providerId="ADAL" clId="{4DB5F164-7651-DD40-AC9E-883133A5A61B}" dt="2022-12-06T23:44:41.751" v="8344"/>
          <ac:graphicFrameMkLst>
            <pc:docMk/>
            <pc:sldMk cId="963946440" sldId="287"/>
            <ac:graphicFrameMk id="26" creationId="{8F9BF344-96EB-6A5D-9D46-E0C0BBDC6525}"/>
          </ac:graphicFrameMkLst>
        </pc:graphicFrameChg>
        <pc:graphicFrameChg chg="mod modGraphic">
          <ac:chgData name="Shoshana Bornstein" userId="f554c3c9-fe37-4002-839e-f8c6431ec2da" providerId="ADAL" clId="{4DB5F164-7651-DD40-AC9E-883133A5A61B}" dt="2022-12-06T23:49:10.882" v="8385" actId="14861"/>
          <ac:graphicFrameMkLst>
            <pc:docMk/>
            <pc:sldMk cId="963946440" sldId="287"/>
            <ac:graphicFrameMk id="27" creationId="{2B5B5C4A-0B07-3102-CAFE-719D88065580}"/>
          </ac:graphicFrameMkLst>
        </pc:graphicFrameChg>
        <pc:graphicFrameChg chg="mod modGraphic">
          <ac:chgData name="Shoshana Bornstein" userId="f554c3c9-fe37-4002-839e-f8c6431ec2da" providerId="ADAL" clId="{4DB5F164-7651-DD40-AC9E-883133A5A61B}" dt="2022-12-06T23:49:10.882" v="8385" actId="14861"/>
          <ac:graphicFrameMkLst>
            <pc:docMk/>
            <pc:sldMk cId="963946440" sldId="287"/>
            <ac:graphicFrameMk id="28" creationId="{6A540737-7627-36D3-8CD7-19E6D09528AF}"/>
          </ac:graphicFrameMkLst>
        </pc:graphicFrameChg>
        <pc:graphicFrameChg chg="mod modGraphic">
          <ac:chgData name="Shoshana Bornstein" userId="f554c3c9-fe37-4002-839e-f8c6431ec2da" providerId="ADAL" clId="{4DB5F164-7651-DD40-AC9E-883133A5A61B}" dt="2022-12-06T23:49:10.882" v="8385" actId="14861"/>
          <ac:graphicFrameMkLst>
            <pc:docMk/>
            <pc:sldMk cId="963946440" sldId="287"/>
            <ac:graphicFrameMk id="29" creationId="{95E8F7C9-912A-9A4E-D89F-8F4648605271}"/>
          </ac:graphicFrameMkLst>
        </pc:graphicFrameChg>
      </pc:sldChg>
      <pc:sldChg chg="addSp delSp modSp new mod modTransition modAnim modNotesTx">
        <pc:chgData name="Shoshana Bornstein" userId="f554c3c9-fe37-4002-839e-f8c6431ec2da" providerId="ADAL" clId="{4DB5F164-7651-DD40-AC9E-883133A5A61B}" dt="2022-12-09T01:11:05.132" v="9374" actId="1076"/>
        <pc:sldMkLst>
          <pc:docMk/>
          <pc:sldMk cId="2417371778" sldId="288"/>
        </pc:sldMkLst>
        <pc:spChg chg="add mod">
          <ac:chgData name="Shoshana Bornstein" userId="f554c3c9-fe37-4002-839e-f8c6431ec2da" providerId="ADAL" clId="{4DB5F164-7651-DD40-AC9E-883133A5A61B}" dt="2022-12-05T03:09:24.162" v="8136" actId="20577"/>
          <ac:spMkLst>
            <pc:docMk/>
            <pc:sldMk cId="2417371778" sldId="288"/>
            <ac:spMk id="2" creationId="{94C5C09C-6FD6-F7E3-4ED4-27E7F1FAB281}"/>
          </ac:spMkLst>
        </pc:spChg>
        <pc:spChg chg="add del mod">
          <ac:chgData name="Shoshana Bornstein" userId="f554c3c9-fe37-4002-839e-f8c6431ec2da" providerId="ADAL" clId="{4DB5F164-7651-DD40-AC9E-883133A5A61B}" dt="2022-12-05T03:09:26.958" v="8138"/>
          <ac:spMkLst>
            <pc:docMk/>
            <pc:sldMk cId="2417371778" sldId="288"/>
            <ac:spMk id="3" creationId="{210492A8-8AC3-3DC4-98A3-B3190B7C175F}"/>
          </ac:spMkLst>
        </pc:spChg>
        <pc:picChg chg="add del mod">
          <ac:chgData name="Shoshana Bornstein" userId="f554c3c9-fe37-4002-839e-f8c6431ec2da" providerId="ADAL" clId="{4DB5F164-7651-DD40-AC9E-883133A5A61B}" dt="2022-12-07T01:32:27.588" v="8662"/>
          <ac:picMkLst>
            <pc:docMk/>
            <pc:sldMk cId="2417371778" sldId="288"/>
            <ac:picMk id="3" creationId="{C6AEE550-9345-D400-0B46-4A18C245E1D5}"/>
          </ac:picMkLst>
        </pc:picChg>
        <pc:picChg chg="add mod">
          <ac:chgData name="Shoshana Bornstein" userId="f554c3c9-fe37-4002-839e-f8c6431ec2da" providerId="ADAL" clId="{4DB5F164-7651-DD40-AC9E-883133A5A61B}" dt="2022-12-09T01:11:05.132" v="9374" actId="1076"/>
          <ac:picMkLst>
            <pc:docMk/>
            <pc:sldMk cId="2417371778" sldId="288"/>
            <ac:picMk id="4" creationId="{E604EAB8-5EE9-CC99-9EFB-A1756CEE9DBA}"/>
          </ac:picMkLst>
        </pc:picChg>
        <pc:picChg chg="add mod">
          <ac:chgData name="Shoshana Bornstein" userId="f554c3c9-fe37-4002-839e-f8c6431ec2da" providerId="ADAL" clId="{4DB5F164-7651-DD40-AC9E-883133A5A61B}" dt="2022-12-09T01:11:01.533" v="9372" actId="14100"/>
          <ac:picMkLst>
            <pc:docMk/>
            <pc:sldMk cId="2417371778" sldId="288"/>
            <ac:picMk id="5" creationId="{AC140628-93C5-2C7F-968D-2A32FAFA1168}"/>
          </ac:picMkLst>
        </pc:picChg>
        <pc:picChg chg="add del mod">
          <ac:chgData name="Shoshana Bornstein" userId="f554c3c9-fe37-4002-839e-f8c6431ec2da" providerId="ADAL" clId="{4DB5F164-7651-DD40-AC9E-883133A5A61B}" dt="2022-12-07T01:38:42.124" v="8712"/>
          <ac:picMkLst>
            <pc:docMk/>
            <pc:sldMk cId="2417371778" sldId="288"/>
            <ac:picMk id="6" creationId="{7CEF6586-59B6-2F14-3E85-4C779350ABAF}"/>
          </ac:picMkLst>
        </pc:picChg>
        <pc:picChg chg="add del mod">
          <ac:chgData name="Shoshana Bornstein" userId="f554c3c9-fe37-4002-839e-f8c6431ec2da" providerId="ADAL" clId="{4DB5F164-7651-DD40-AC9E-883133A5A61B}" dt="2022-12-07T01:38:53.189" v="8714"/>
          <ac:picMkLst>
            <pc:docMk/>
            <pc:sldMk cId="2417371778" sldId="288"/>
            <ac:picMk id="7" creationId="{7A3172CE-299C-8197-81D9-D651BB6521B3}"/>
          </ac:picMkLst>
        </pc:picChg>
        <pc:picChg chg="add del mod">
          <ac:chgData name="Shoshana Bornstein" userId="f554c3c9-fe37-4002-839e-f8c6431ec2da" providerId="ADAL" clId="{4DB5F164-7651-DD40-AC9E-883133A5A61B}" dt="2022-12-07T01:39:51.968" v="8716"/>
          <ac:picMkLst>
            <pc:docMk/>
            <pc:sldMk cId="2417371778" sldId="288"/>
            <ac:picMk id="8" creationId="{8CE9915C-42DD-E5B8-8EDB-AC064E17811D}"/>
          </ac:picMkLst>
        </pc:picChg>
        <pc:picChg chg="add del mod">
          <ac:chgData name="Shoshana Bornstein" userId="f554c3c9-fe37-4002-839e-f8c6431ec2da" providerId="ADAL" clId="{4DB5F164-7651-DD40-AC9E-883133A5A61B}" dt="2022-12-07T01:40:53.663" v="8718"/>
          <ac:picMkLst>
            <pc:docMk/>
            <pc:sldMk cId="2417371778" sldId="288"/>
            <ac:picMk id="9" creationId="{969D5F2C-5FF6-B6DD-3815-F0171FA3D8C3}"/>
          </ac:picMkLst>
        </pc:picChg>
        <pc:picChg chg="add del mod">
          <ac:chgData name="Shoshana Bornstein" userId="f554c3c9-fe37-4002-839e-f8c6431ec2da" providerId="ADAL" clId="{4DB5F164-7651-DD40-AC9E-883133A5A61B}" dt="2022-12-07T01:42:41.651" v="8754"/>
          <ac:picMkLst>
            <pc:docMk/>
            <pc:sldMk cId="2417371778" sldId="288"/>
            <ac:picMk id="10" creationId="{7726BFAD-E53E-270D-E27C-EA719669C98C}"/>
          </ac:picMkLst>
        </pc:picChg>
        <pc:picChg chg="add del mod">
          <ac:chgData name="Shoshana Bornstein" userId="f554c3c9-fe37-4002-839e-f8c6431ec2da" providerId="ADAL" clId="{4DB5F164-7651-DD40-AC9E-883133A5A61B}" dt="2022-12-07T01:44:02.554" v="8756"/>
          <ac:picMkLst>
            <pc:docMk/>
            <pc:sldMk cId="2417371778" sldId="288"/>
            <ac:picMk id="11" creationId="{493DC50A-63F8-D460-7287-5DE287DB8A20}"/>
          </ac:picMkLst>
        </pc:picChg>
        <pc:picChg chg="add del mod">
          <ac:chgData name="Shoshana Bornstein" userId="f554c3c9-fe37-4002-839e-f8c6431ec2da" providerId="ADAL" clId="{4DB5F164-7651-DD40-AC9E-883133A5A61B}" dt="2022-12-07T01:46:06.729" v="8764"/>
          <ac:picMkLst>
            <pc:docMk/>
            <pc:sldMk cId="2417371778" sldId="288"/>
            <ac:picMk id="12" creationId="{5D838F02-7069-428A-471E-EC2B947B8B22}"/>
          </ac:picMkLst>
        </pc:picChg>
        <pc:picChg chg="add mod">
          <ac:chgData name="Shoshana Bornstein" userId="f554c3c9-fe37-4002-839e-f8c6431ec2da" providerId="ADAL" clId="{4DB5F164-7651-DD40-AC9E-883133A5A61B}" dt="2022-12-07T01:49:17.055" v="8885"/>
          <ac:picMkLst>
            <pc:docMk/>
            <pc:sldMk cId="2417371778" sldId="288"/>
            <ac:picMk id="13" creationId="{B8536CD3-EE2C-F7CA-2C81-729F56FE5FF6}"/>
          </ac:picMkLst>
        </pc:picChg>
        <pc:picChg chg="add del mod">
          <ac:chgData name="Shoshana Bornstein" userId="f554c3c9-fe37-4002-839e-f8c6431ec2da" providerId="ADAL" clId="{4DB5F164-7651-DD40-AC9E-883133A5A61B}" dt="2022-12-05T03:11:13.762" v="8147" actId="478"/>
          <ac:picMkLst>
            <pc:docMk/>
            <pc:sldMk cId="2417371778" sldId="288"/>
            <ac:picMk id="1026" creationId="{42F90A48-5D20-CFEA-8DE8-448C75F11377}"/>
          </ac:picMkLst>
        </pc:picChg>
        <pc:picChg chg="add del mod">
          <ac:chgData name="Shoshana Bornstein" userId="f554c3c9-fe37-4002-839e-f8c6431ec2da" providerId="ADAL" clId="{4DB5F164-7651-DD40-AC9E-883133A5A61B}" dt="2022-12-05T03:17:48.379" v="8177" actId="478"/>
          <ac:picMkLst>
            <pc:docMk/>
            <pc:sldMk cId="2417371778" sldId="288"/>
            <ac:picMk id="1028" creationId="{98D24686-36AD-53F4-DFCA-6686B87E4181}"/>
          </ac:picMkLst>
        </pc:picChg>
        <pc:picChg chg="add mod">
          <ac:chgData name="Shoshana Bornstein" userId="f554c3c9-fe37-4002-839e-f8c6431ec2da" providerId="ADAL" clId="{4DB5F164-7651-DD40-AC9E-883133A5A61B}" dt="2022-12-09T01:10:58.349" v="9371" actId="14100"/>
          <ac:picMkLst>
            <pc:docMk/>
            <pc:sldMk cId="2417371778" sldId="288"/>
            <ac:picMk id="1030" creationId="{64C443BA-E181-96F1-D594-592940450FC1}"/>
          </ac:picMkLst>
        </pc:picChg>
        <pc:picChg chg="add del mod">
          <ac:chgData name="Shoshana Bornstein" userId="f554c3c9-fe37-4002-839e-f8c6431ec2da" providerId="ADAL" clId="{4DB5F164-7651-DD40-AC9E-883133A5A61B}" dt="2022-12-09T01:10:52.598" v="9368" actId="1076"/>
          <ac:picMkLst>
            <pc:docMk/>
            <pc:sldMk cId="2417371778" sldId="288"/>
            <ac:picMk id="1032" creationId="{3533717C-A838-45BF-1BCF-5398492246D4}"/>
          </ac:picMkLst>
        </pc:picChg>
      </pc:sldChg>
      <pc:sldChg chg="addSp delSp modSp add del mod">
        <pc:chgData name="Shoshana Bornstein" userId="f554c3c9-fe37-4002-839e-f8c6431ec2da" providerId="ADAL" clId="{4DB5F164-7651-DD40-AC9E-883133A5A61B}" dt="2022-12-09T00:52:02.614" v="9007" actId="2696"/>
        <pc:sldMkLst>
          <pc:docMk/>
          <pc:sldMk cId="1553011938" sldId="289"/>
        </pc:sldMkLst>
        <pc:grpChg chg="del mod">
          <ac:chgData name="Shoshana Bornstein" userId="f554c3c9-fe37-4002-839e-f8c6431ec2da" providerId="ADAL" clId="{4DB5F164-7651-DD40-AC9E-883133A5A61B}" dt="2022-12-06T23:47:30.790" v="8370" actId="165"/>
          <ac:grpSpMkLst>
            <pc:docMk/>
            <pc:sldMk cId="1553011938" sldId="289"/>
            <ac:grpSpMk id="4" creationId="{906FDDFE-1D23-7E20-187D-DBB7FA59B13A}"/>
          </ac:grpSpMkLst>
        </pc:grpChg>
        <pc:grpChg chg="add mod">
          <ac:chgData name="Shoshana Bornstein" userId="f554c3c9-fe37-4002-839e-f8c6431ec2da" providerId="ADAL" clId="{4DB5F164-7651-DD40-AC9E-883133A5A61B}" dt="2022-12-07T00:00:59.117" v="8430" actId="1076"/>
          <ac:grpSpMkLst>
            <pc:docMk/>
            <pc:sldMk cId="1553011938" sldId="289"/>
            <ac:grpSpMk id="12" creationId="{5908012B-AA09-0509-0025-2841DC729B2C}"/>
          </ac:grpSpMkLst>
        </pc:grpChg>
        <pc:graphicFrameChg chg="mod topLvl">
          <ac:chgData name="Shoshana Bornstein" userId="f554c3c9-fe37-4002-839e-f8c6431ec2da" providerId="ADAL" clId="{4DB5F164-7651-DD40-AC9E-883133A5A61B}" dt="2022-12-06T23:47:47.512" v="8372" actId="164"/>
          <ac:graphicFrameMkLst>
            <pc:docMk/>
            <pc:sldMk cId="1553011938" sldId="289"/>
            <ac:graphicFrameMk id="6" creationId="{1F279BA7-F3BF-EB92-F9BB-3EE27BDBDC15}"/>
          </ac:graphicFrameMkLst>
        </pc:graphicFrameChg>
        <pc:graphicFrameChg chg="mod topLvl">
          <ac:chgData name="Shoshana Bornstein" userId="f554c3c9-fe37-4002-839e-f8c6431ec2da" providerId="ADAL" clId="{4DB5F164-7651-DD40-AC9E-883133A5A61B}" dt="2022-12-06T23:47:47.512" v="8372" actId="164"/>
          <ac:graphicFrameMkLst>
            <pc:docMk/>
            <pc:sldMk cId="1553011938" sldId="289"/>
            <ac:graphicFrameMk id="8" creationId="{DDCC96A2-1590-B56E-2173-67C3C73849B7}"/>
          </ac:graphicFrameMkLst>
        </pc:graphicFrameChg>
        <pc:graphicFrameChg chg="add mod modGraphic">
          <ac:chgData name="Shoshana Bornstein" userId="f554c3c9-fe37-4002-839e-f8c6431ec2da" providerId="ADAL" clId="{4DB5F164-7651-DD40-AC9E-883133A5A61B}" dt="2022-12-06T23:48:16.245" v="8375" actId="27116"/>
          <ac:graphicFrameMkLst>
            <pc:docMk/>
            <pc:sldMk cId="1553011938" sldId="289"/>
            <ac:graphicFrameMk id="9" creationId="{9C645687-2EB9-B74D-FECE-ADEC5C431348}"/>
          </ac:graphicFrameMkLst>
        </pc:graphicFrameChg>
        <pc:graphicFrameChg chg="add mod modGraphic">
          <ac:chgData name="Shoshana Bornstein" userId="f554c3c9-fe37-4002-839e-f8c6431ec2da" providerId="ADAL" clId="{4DB5F164-7651-DD40-AC9E-883133A5A61B}" dt="2022-12-06T23:48:19.093" v="8376" actId="27116"/>
          <ac:graphicFrameMkLst>
            <pc:docMk/>
            <pc:sldMk cId="1553011938" sldId="289"/>
            <ac:graphicFrameMk id="11" creationId="{BC54474B-B793-5237-2AD9-8F89A79CF859}"/>
          </ac:graphicFrameMkLst>
        </pc:graphicFrameChg>
        <pc:graphicFrameChg chg="mod topLvl">
          <ac:chgData name="Shoshana Bornstein" userId="f554c3c9-fe37-4002-839e-f8c6431ec2da" providerId="ADAL" clId="{4DB5F164-7651-DD40-AC9E-883133A5A61B}" dt="2022-12-06T23:47:47.512" v="8372" actId="164"/>
          <ac:graphicFrameMkLst>
            <pc:docMk/>
            <pc:sldMk cId="1553011938" sldId="289"/>
            <ac:graphicFrameMk id="13" creationId="{9CE164DA-31E4-D1E8-F1D7-48F0CD80C36C}"/>
          </ac:graphicFrameMkLst>
        </pc:graphicFrameChg>
        <pc:graphicFrameChg chg="mod topLvl">
          <ac:chgData name="Shoshana Bornstein" userId="f554c3c9-fe37-4002-839e-f8c6431ec2da" providerId="ADAL" clId="{4DB5F164-7651-DD40-AC9E-883133A5A61B}" dt="2022-12-06T23:47:47.512" v="8372" actId="164"/>
          <ac:graphicFrameMkLst>
            <pc:docMk/>
            <pc:sldMk cId="1553011938" sldId="289"/>
            <ac:graphicFrameMk id="18" creationId="{673313FC-9FD3-9864-386B-95AE66AD3558}"/>
          </ac:graphicFrameMkLst>
        </pc:graphicFrameChg>
        <pc:graphicFrameChg chg="mod topLvl">
          <ac:chgData name="Shoshana Bornstein" userId="f554c3c9-fe37-4002-839e-f8c6431ec2da" providerId="ADAL" clId="{4DB5F164-7651-DD40-AC9E-883133A5A61B}" dt="2022-12-06T23:47:47.512" v="8372" actId="164"/>
          <ac:graphicFrameMkLst>
            <pc:docMk/>
            <pc:sldMk cId="1553011938" sldId="289"/>
            <ac:graphicFrameMk id="24" creationId="{2EBC585D-FC79-F01C-8CFE-7A932836E7EA}"/>
          </ac:graphicFrameMkLst>
        </pc:graphicFrameChg>
        <pc:graphicFrameChg chg="del">
          <ac:chgData name="Shoshana Bornstein" userId="f554c3c9-fe37-4002-839e-f8c6431ec2da" providerId="ADAL" clId="{4DB5F164-7651-DD40-AC9E-883133A5A61B}" dt="2022-12-06T23:45:41.812" v="8351" actId="478"/>
          <ac:graphicFrameMkLst>
            <pc:docMk/>
            <pc:sldMk cId="1553011938" sldId="289"/>
            <ac:graphicFrameMk id="25" creationId="{ED480CE8-E874-B35E-484E-11064F8E4315}"/>
          </ac:graphicFrameMkLst>
        </pc:graphicFrameChg>
        <pc:graphicFrameChg chg="mod topLvl">
          <ac:chgData name="Shoshana Bornstein" userId="f554c3c9-fe37-4002-839e-f8c6431ec2da" providerId="ADAL" clId="{4DB5F164-7651-DD40-AC9E-883133A5A61B}" dt="2022-12-06T23:47:47.512" v="8372" actId="164"/>
          <ac:graphicFrameMkLst>
            <pc:docMk/>
            <pc:sldMk cId="1553011938" sldId="289"/>
            <ac:graphicFrameMk id="26" creationId="{8F9BF344-96EB-6A5D-9D46-E0C0BBDC6525}"/>
          </ac:graphicFrameMkLst>
        </pc:graphicFrameChg>
        <pc:graphicFrameChg chg="mod topLvl modGraphic">
          <ac:chgData name="Shoshana Bornstein" userId="f554c3c9-fe37-4002-839e-f8c6431ec2da" providerId="ADAL" clId="{4DB5F164-7651-DD40-AC9E-883133A5A61B}" dt="2022-12-06T23:48:58.800" v="8384" actId="14861"/>
          <ac:graphicFrameMkLst>
            <pc:docMk/>
            <pc:sldMk cId="1553011938" sldId="289"/>
            <ac:graphicFrameMk id="27" creationId="{2B5B5C4A-0B07-3102-CAFE-719D88065580}"/>
          </ac:graphicFrameMkLst>
        </pc:graphicFrameChg>
        <pc:graphicFrameChg chg="mod topLvl modGraphic">
          <ac:chgData name="Shoshana Bornstein" userId="f554c3c9-fe37-4002-839e-f8c6431ec2da" providerId="ADAL" clId="{4DB5F164-7651-DD40-AC9E-883133A5A61B}" dt="2022-12-06T23:48:58.800" v="8384" actId="14861"/>
          <ac:graphicFrameMkLst>
            <pc:docMk/>
            <pc:sldMk cId="1553011938" sldId="289"/>
            <ac:graphicFrameMk id="28" creationId="{6A540737-7627-36D3-8CD7-19E6D09528AF}"/>
          </ac:graphicFrameMkLst>
        </pc:graphicFrameChg>
        <pc:graphicFrameChg chg="mod topLvl modGraphic">
          <ac:chgData name="Shoshana Bornstein" userId="f554c3c9-fe37-4002-839e-f8c6431ec2da" providerId="ADAL" clId="{4DB5F164-7651-DD40-AC9E-883133A5A61B}" dt="2022-12-06T23:48:58.800" v="8384" actId="14861"/>
          <ac:graphicFrameMkLst>
            <pc:docMk/>
            <pc:sldMk cId="1553011938" sldId="289"/>
            <ac:graphicFrameMk id="29" creationId="{95E8F7C9-912A-9A4E-D89F-8F4648605271}"/>
          </ac:graphicFrameMkLst>
        </pc:graphicFrameChg>
      </pc:sldChg>
      <pc:sldChg chg="addSp delSp modSp add del mod">
        <pc:chgData name="Shoshana Bornstein" userId="f554c3c9-fe37-4002-839e-f8c6431ec2da" providerId="ADAL" clId="{4DB5F164-7651-DD40-AC9E-883133A5A61B}" dt="2022-12-09T00:52:02.614" v="9007" actId="2696"/>
        <pc:sldMkLst>
          <pc:docMk/>
          <pc:sldMk cId="1201900323" sldId="290"/>
        </pc:sldMkLst>
        <pc:grpChg chg="add mod">
          <ac:chgData name="Shoshana Bornstein" userId="f554c3c9-fe37-4002-839e-f8c6431ec2da" providerId="ADAL" clId="{4DB5F164-7651-DD40-AC9E-883133A5A61B}" dt="2022-12-06T23:58:34.882" v="8422" actId="1076"/>
          <ac:grpSpMkLst>
            <pc:docMk/>
            <pc:sldMk cId="1201900323" sldId="290"/>
            <ac:grpSpMk id="2" creationId="{C9696F1A-66C7-0D21-E438-CCE7D78020BE}"/>
          </ac:grpSpMkLst>
        </pc:grpChg>
        <pc:grpChg chg="del mod">
          <ac:chgData name="Shoshana Bornstein" userId="f554c3c9-fe37-4002-839e-f8c6431ec2da" providerId="ADAL" clId="{4DB5F164-7651-DD40-AC9E-883133A5A61B}" dt="2022-12-06T23:58:07.526" v="8416" actId="478"/>
          <ac:grpSpMkLst>
            <pc:docMk/>
            <pc:sldMk cId="1201900323" sldId="290"/>
            <ac:grpSpMk id="8" creationId="{41B1B96C-6CD4-9E5D-B415-B834B7D8A264}"/>
          </ac:grpSpMkLst>
        </pc:grpChg>
        <pc:graphicFrameChg chg="mod">
          <ac:chgData name="Shoshana Bornstein" userId="f554c3c9-fe37-4002-839e-f8c6431ec2da" providerId="ADAL" clId="{4DB5F164-7651-DD40-AC9E-883133A5A61B}" dt="2022-12-06T23:58:23.255" v="8421"/>
          <ac:graphicFrameMkLst>
            <pc:docMk/>
            <pc:sldMk cId="1201900323" sldId="290"/>
            <ac:graphicFrameMk id="9" creationId="{DD288DDD-BB11-DCCA-F16E-B87B290C0EF6}"/>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10" creationId="{E6A86D20-1E92-DC4E-DBE2-FD1DE57DB823}"/>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11" creationId="{759C7E50-C66F-8F1E-D5BC-28F123A90C6B}"/>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12" creationId="{7A1F6DB9-D5D1-0A21-97FB-02DDC1BBF8B9}"/>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14" creationId="{EC66DEA7-7D37-8188-E8EF-B75034A5F535}"/>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15" creationId="{6AC54E56-70B1-A450-2FC7-86E047012138}"/>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16" creationId="{DB42C8F0-FFC4-E2D7-7E10-735BF8E91826}"/>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20" creationId="{225B20BA-C947-9814-36D9-C30430DAEEC3}"/>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21" creationId="{98D8D0EF-46B7-1D7E-048B-C6AC45C02EA9}"/>
          </ac:graphicFrameMkLst>
        </pc:graphicFrameChg>
        <pc:graphicFrameChg chg="mod">
          <ac:chgData name="Shoshana Bornstein" userId="f554c3c9-fe37-4002-839e-f8c6431ec2da" providerId="ADAL" clId="{4DB5F164-7651-DD40-AC9E-883133A5A61B}" dt="2022-12-06T23:58:23.255" v="8421"/>
          <ac:graphicFrameMkLst>
            <pc:docMk/>
            <pc:sldMk cId="1201900323" sldId="290"/>
            <ac:graphicFrameMk id="22" creationId="{8F47EC19-731F-24DD-F74A-464D23298159}"/>
          </ac:graphicFrameMkLst>
        </pc:graphicFrameChg>
        <pc:picChg chg="mod">
          <ac:chgData name="Shoshana Bornstein" userId="f554c3c9-fe37-4002-839e-f8c6431ec2da" providerId="ADAL" clId="{4DB5F164-7651-DD40-AC9E-883133A5A61B}" dt="2022-12-07T00:03:51.303" v="8442"/>
          <ac:picMkLst>
            <pc:docMk/>
            <pc:sldMk cId="1201900323" sldId="290"/>
            <ac:picMk id="36" creationId="{CC30E698-4368-D0BA-975B-C5192A29371D}"/>
          </ac:picMkLst>
        </pc:picChg>
      </pc:sldChg>
      <pc:sldChg chg="addSp delSp modSp add del mod">
        <pc:chgData name="Shoshana Bornstein" userId="f554c3c9-fe37-4002-839e-f8c6431ec2da" providerId="ADAL" clId="{4DB5F164-7651-DD40-AC9E-883133A5A61B}" dt="2022-12-09T00:52:02.614" v="9007" actId="2696"/>
        <pc:sldMkLst>
          <pc:docMk/>
          <pc:sldMk cId="130027535" sldId="291"/>
        </pc:sldMkLst>
        <pc:grpChg chg="add mod">
          <ac:chgData name="Shoshana Bornstein" userId="f554c3c9-fe37-4002-839e-f8c6431ec2da" providerId="ADAL" clId="{4DB5F164-7651-DD40-AC9E-883133A5A61B}" dt="2022-12-06T23:58:54.330" v="8425" actId="1076"/>
          <ac:grpSpMkLst>
            <pc:docMk/>
            <pc:sldMk cId="130027535" sldId="291"/>
            <ac:grpSpMk id="2" creationId="{0892E68D-3B23-37E3-E10F-C8F429149698}"/>
          </ac:grpSpMkLst>
        </pc:grpChg>
        <pc:grpChg chg="del mod">
          <ac:chgData name="Shoshana Bornstein" userId="f554c3c9-fe37-4002-839e-f8c6431ec2da" providerId="ADAL" clId="{4DB5F164-7651-DD40-AC9E-883133A5A61B}" dt="2022-12-06T23:58:09.580" v="8418" actId="478"/>
          <ac:grpSpMkLst>
            <pc:docMk/>
            <pc:sldMk cId="130027535" sldId="291"/>
            <ac:grpSpMk id="8" creationId="{41B1B96C-6CD4-9E5D-B415-B834B7D8A264}"/>
          </ac:grpSpMkLst>
        </pc:grpChg>
        <pc:graphicFrameChg chg="mod">
          <ac:chgData name="Shoshana Bornstein" userId="f554c3c9-fe37-4002-839e-f8c6431ec2da" providerId="ADAL" clId="{4DB5F164-7651-DD40-AC9E-883133A5A61B}" dt="2022-12-06T23:58:38.852" v="8423"/>
          <ac:graphicFrameMkLst>
            <pc:docMk/>
            <pc:sldMk cId="130027535" sldId="291"/>
            <ac:graphicFrameMk id="9" creationId="{F19A6A23-1E9F-8797-891A-895BFE0025EB}"/>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10" creationId="{A7139DFD-B308-5863-B3AB-00FF96DF98B3}"/>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11" creationId="{84870F25-98A9-F5B7-6437-252E587C225D}"/>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12" creationId="{DFB209F4-B234-6BC9-FB40-9B5039E7D6D1}"/>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14" creationId="{424A9D03-CFAD-44FC-99E5-9929D7F919DB}"/>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15" creationId="{DF387AD4-C18B-6D30-4544-1D21B03CEB5C}"/>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16" creationId="{08B70C57-86EC-E8D0-D341-F42A6D16CF63}"/>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20" creationId="{930CF860-3C0F-E433-BD8F-2E18AA8EA0E6}"/>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21" creationId="{7EC4E3BD-D023-3E98-3A60-08790B0D0FA5}"/>
          </ac:graphicFrameMkLst>
        </pc:graphicFrameChg>
        <pc:graphicFrameChg chg="mod">
          <ac:chgData name="Shoshana Bornstein" userId="f554c3c9-fe37-4002-839e-f8c6431ec2da" providerId="ADAL" clId="{4DB5F164-7651-DD40-AC9E-883133A5A61B}" dt="2022-12-06T23:58:38.852" v="8423"/>
          <ac:graphicFrameMkLst>
            <pc:docMk/>
            <pc:sldMk cId="130027535" sldId="291"/>
            <ac:graphicFrameMk id="22" creationId="{94047FF5-50FE-894B-A118-36CAA9C489E9}"/>
          </ac:graphicFrameMkLst>
        </pc:graphicFrameChg>
      </pc:sldChg>
      <pc:sldChg chg="modSp add del mod">
        <pc:chgData name="Shoshana Bornstein" userId="f554c3c9-fe37-4002-839e-f8c6431ec2da" providerId="ADAL" clId="{4DB5F164-7651-DD40-AC9E-883133A5A61B}" dt="2022-12-09T00:52:02.614" v="9007" actId="2696"/>
        <pc:sldMkLst>
          <pc:docMk/>
          <pc:sldMk cId="3041580062" sldId="292"/>
        </pc:sldMkLst>
        <pc:grpChg chg="mod">
          <ac:chgData name="Shoshana Bornstein" userId="f554c3c9-fe37-4002-839e-f8c6431ec2da" providerId="ADAL" clId="{4DB5F164-7651-DD40-AC9E-883133A5A61B}" dt="2022-12-07T00:01:20.729" v="8433" actId="1076"/>
          <ac:grpSpMkLst>
            <pc:docMk/>
            <pc:sldMk cId="3041580062" sldId="292"/>
            <ac:grpSpMk id="12" creationId="{5908012B-AA09-0509-0025-2841DC729B2C}"/>
          </ac:grpSpMkLst>
        </pc:grpChg>
      </pc:sldChg>
      <pc:sldChg chg="delSp modSp add del mod">
        <pc:chgData name="Shoshana Bornstein" userId="f554c3c9-fe37-4002-839e-f8c6431ec2da" providerId="ADAL" clId="{4DB5F164-7651-DD40-AC9E-883133A5A61B}" dt="2022-12-09T00:52:02.614" v="9007" actId="2696"/>
        <pc:sldMkLst>
          <pc:docMk/>
          <pc:sldMk cId="2199284451" sldId="293"/>
        </pc:sldMkLst>
        <pc:grpChg chg="mod">
          <ac:chgData name="Shoshana Bornstein" userId="f554c3c9-fe37-4002-839e-f8c6431ec2da" providerId="ADAL" clId="{4DB5F164-7651-DD40-AC9E-883133A5A61B}" dt="2022-12-07T00:01:51.403" v="8437" actId="1076"/>
          <ac:grpSpMkLst>
            <pc:docMk/>
            <pc:sldMk cId="2199284451" sldId="293"/>
            <ac:grpSpMk id="12" creationId="{5908012B-AA09-0509-0025-2841DC729B2C}"/>
          </ac:grpSpMkLst>
        </pc:grpChg>
        <pc:picChg chg="del">
          <ac:chgData name="Shoshana Bornstein" userId="f554c3c9-fe37-4002-839e-f8c6431ec2da" providerId="ADAL" clId="{4DB5F164-7651-DD40-AC9E-883133A5A61B}" dt="2022-12-07T00:01:53.832" v="8438" actId="478"/>
          <ac:picMkLst>
            <pc:docMk/>
            <pc:sldMk cId="2199284451" sldId="293"/>
            <ac:picMk id="36" creationId="{CC30E698-4368-D0BA-975B-C5192A29371D}"/>
          </ac:picMkLst>
        </pc:picChg>
      </pc:sldChg>
      <pc:sldChg chg="addSp delSp modSp add mod modNotesTx">
        <pc:chgData name="Shoshana Bornstein" userId="f554c3c9-fe37-4002-839e-f8c6431ec2da" providerId="ADAL" clId="{4DB5F164-7651-DD40-AC9E-883133A5A61B}" dt="2022-12-07T00:36:35.556" v="8480"/>
        <pc:sldMkLst>
          <pc:docMk/>
          <pc:sldMk cId="3382616412" sldId="294"/>
        </pc:sldMkLst>
        <pc:spChg chg="add mod">
          <ac:chgData name="Shoshana Bornstein" userId="f554c3c9-fe37-4002-839e-f8c6431ec2da" providerId="ADAL" clId="{4DB5F164-7651-DD40-AC9E-883133A5A61B}" dt="2022-12-07T00:31:50.389" v="8459" actId="14838"/>
          <ac:spMkLst>
            <pc:docMk/>
            <pc:sldMk cId="3382616412" sldId="294"/>
            <ac:spMk id="2" creationId="{59393F3C-DC47-77EA-8F7E-F27D129C1A13}"/>
          </ac:spMkLst>
        </pc:spChg>
        <pc:spChg chg="del mod">
          <ac:chgData name="Shoshana Bornstein" userId="f554c3c9-fe37-4002-839e-f8c6431ec2da" providerId="ADAL" clId="{4DB5F164-7651-DD40-AC9E-883133A5A61B}" dt="2022-12-07T00:31:33.492" v="8456" actId="478"/>
          <ac:spMkLst>
            <pc:docMk/>
            <pc:sldMk cId="3382616412" sldId="294"/>
            <ac:spMk id="3" creationId="{1DBB5455-017C-0513-16C8-2FA052EC76F7}"/>
          </ac:spMkLst>
        </pc:spChg>
        <pc:grpChg chg="del mod">
          <ac:chgData name="Shoshana Bornstein" userId="f554c3c9-fe37-4002-839e-f8c6431ec2da" providerId="ADAL" clId="{4DB5F164-7651-DD40-AC9E-883133A5A61B}" dt="2022-12-07T00:30:56.893" v="8446" actId="478"/>
          <ac:grpSpMkLst>
            <pc:docMk/>
            <pc:sldMk cId="3382616412" sldId="294"/>
            <ac:grpSpMk id="12" creationId="{5908012B-AA09-0509-0025-2841DC729B2C}"/>
          </ac:grpSpMkLst>
        </pc:grpChg>
        <pc:picChg chg="add mod">
          <ac:chgData name="Shoshana Bornstein" userId="f554c3c9-fe37-4002-839e-f8c6431ec2da" providerId="ADAL" clId="{4DB5F164-7651-DD40-AC9E-883133A5A61B}" dt="2022-12-07T00:36:35.556" v="8480"/>
          <ac:picMkLst>
            <pc:docMk/>
            <pc:sldMk cId="3382616412" sldId="294"/>
            <ac:picMk id="3" creationId="{F456C896-FFBD-EF28-53F9-DB23D0D745D4}"/>
          </ac:picMkLst>
        </pc:picChg>
      </pc:sldChg>
      <pc:sldMasterChg chg="del delSldLayout">
        <pc:chgData name="Shoshana Bornstein" userId="f554c3c9-fe37-4002-839e-f8c6431ec2da" providerId="ADAL" clId="{4DB5F164-7651-DD40-AC9E-883133A5A61B}" dt="2022-11-04T02:31:36.881" v="12" actId="26606"/>
        <pc:sldMasterMkLst>
          <pc:docMk/>
          <pc:sldMasterMk cId="3622847796" sldId="2147483660"/>
        </pc:sldMasterMkLst>
        <pc:sldLayoutChg chg="del">
          <pc:chgData name="Shoshana Bornstein" userId="f554c3c9-fe37-4002-839e-f8c6431ec2da" providerId="ADAL" clId="{4DB5F164-7651-DD40-AC9E-883133A5A61B}" dt="2022-11-04T02:31:36.881" v="12" actId="26606"/>
          <pc:sldLayoutMkLst>
            <pc:docMk/>
            <pc:sldMasterMk cId="3622847796" sldId="2147483660"/>
            <pc:sldLayoutMk cId="2676698296" sldId="2147483661"/>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3853345370" sldId="2147483662"/>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3688015724" sldId="2147483663"/>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21929440" sldId="2147483664"/>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1417791096" sldId="2147483665"/>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152792148" sldId="2147483666"/>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2186008831" sldId="2147483667"/>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234383272" sldId="2147483668"/>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3358371019" sldId="2147483669"/>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3282372671" sldId="2147483670"/>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1412922244" sldId="2147483671"/>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2963314564" sldId="2147483672"/>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3684086270" sldId="2147483673"/>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2857797650" sldId="2147483674"/>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519064271" sldId="2147483675"/>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1675893561" sldId="2147483676"/>
          </pc:sldLayoutMkLst>
        </pc:sldLayoutChg>
        <pc:sldLayoutChg chg="del">
          <pc:chgData name="Shoshana Bornstein" userId="f554c3c9-fe37-4002-839e-f8c6431ec2da" providerId="ADAL" clId="{4DB5F164-7651-DD40-AC9E-883133A5A61B}" dt="2022-11-04T02:31:36.881" v="12" actId="26606"/>
          <pc:sldLayoutMkLst>
            <pc:docMk/>
            <pc:sldMasterMk cId="3622847796" sldId="2147483660"/>
            <pc:sldLayoutMk cId="2091395306" sldId="2147483677"/>
          </pc:sldLayoutMkLst>
        </pc:sldLayoutChg>
      </pc:sldMasterChg>
      <pc:sldMasterChg chg="add addSldLayout">
        <pc:chgData name="Shoshana Bornstein" userId="f554c3c9-fe37-4002-839e-f8c6431ec2da" providerId="ADAL" clId="{4DB5F164-7651-DD40-AC9E-883133A5A61B}" dt="2022-11-04T02:31:36.881" v="12" actId="26606"/>
        <pc:sldMasterMkLst>
          <pc:docMk/>
          <pc:sldMasterMk cId="2633610147" sldId="2147483711"/>
        </pc:sldMasterMkLst>
        <pc:sldLayoutChg chg="add">
          <pc:chgData name="Shoshana Bornstein" userId="f554c3c9-fe37-4002-839e-f8c6431ec2da" providerId="ADAL" clId="{4DB5F164-7651-DD40-AC9E-883133A5A61B}" dt="2022-11-04T02:31:36.881" v="12" actId="26606"/>
          <pc:sldLayoutMkLst>
            <pc:docMk/>
            <pc:sldMasterMk cId="2633610147" sldId="2147483711"/>
            <pc:sldLayoutMk cId="574580574" sldId="2147483700"/>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2570340559" sldId="2147483701"/>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1905796334" sldId="2147483702"/>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2951022365" sldId="2147483703"/>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2691617472" sldId="2147483704"/>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488588360" sldId="2147483705"/>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2755243014" sldId="2147483706"/>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1650904056" sldId="2147483707"/>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3445192224" sldId="2147483708"/>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3792479341" sldId="2147483709"/>
          </pc:sldLayoutMkLst>
        </pc:sldLayoutChg>
        <pc:sldLayoutChg chg="add">
          <pc:chgData name="Shoshana Bornstein" userId="f554c3c9-fe37-4002-839e-f8c6431ec2da" providerId="ADAL" clId="{4DB5F164-7651-DD40-AC9E-883133A5A61B}" dt="2022-11-04T02:31:36.881" v="12" actId="26606"/>
          <pc:sldLayoutMkLst>
            <pc:docMk/>
            <pc:sldMasterMk cId="2633610147" sldId="2147483711"/>
            <pc:sldLayoutMk cId="3177543885" sldId="214748371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1C042-F2C5-4045-8CC6-31E25AADCFD0}" type="datetimeFigureOut">
              <a:rPr lang="en-US" smtClean="0"/>
              <a:t>12/9/22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25222-49AD-2244-9D84-EA9C14AAEB6D}" type="slidenum">
              <a:rPr lang="en-US" smtClean="0"/>
              <a:t>‹#›</a:t>
            </a:fld>
            <a:endParaRPr lang="en-US"/>
          </a:p>
        </p:txBody>
      </p:sp>
    </p:spTree>
    <p:extLst>
      <p:ext uri="{BB962C8B-B14F-4D97-AF65-F5344CB8AC3E}">
        <p14:creationId xmlns:p14="http://schemas.microsoft.com/office/powerpoint/2010/main" val="2099676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1</a:t>
            </a:fld>
            <a:endParaRPr lang="en-US"/>
          </a:p>
        </p:txBody>
      </p:sp>
    </p:spTree>
    <p:extLst>
      <p:ext uri="{BB962C8B-B14F-4D97-AF65-F5344CB8AC3E}">
        <p14:creationId xmlns:p14="http://schemas.microsoft.com/office/powerpoint/2010/main" val="7308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This will be a digital exhibit dedicated to documenting and evaluating three Jewish women, </a:t>
            </a:r>
            <a:r>
              <a:rPr lang="en-US" sz="1800" dirty="0" err="1">
                <a:effectLst/>
                <a:latin typeface="Times New Roman" panose="02020603050405020304" pitchFamily="18" charset="0"/>
                <a:ea typeface="Calibri" panose="020F0502020204030204" pitchFamily="34" charset="0"/>
              </a:rPr>
              <a:t>Frumka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Vladka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Meed</a:t>
            </a:r>
            <a:r>
              <a:rPr lang="en-US" sz="1800" dirty="0">
                <a:effectLst/>
                <a:latin typeface="Times New Roman" panose="02020603050405020304" pitchFamily="18" charset="0"/>
                <a:ea typeface="Calibri" panose="020F0502020204030204" pitchFamily="34" charset="0"/>
              </a:rPr>
              <a:t>, and Hannah </a:t>
            </a:r>
            <a:r>
              <a:rPr lang="en-US" sz="1800" dirty="0" err="1">
                <a:effectLst/>
                <a:latin typeface="Times New Roman" panose="02020603050405020304" pitchFamily="18" charset="0"/>
                <a:ea typeface="Calibri" panose="020F0502020204030204" pitchFamily="34" charset="0"/>
              </a:rPr>
              <a:t>Senesh</a:t>
            </a:r>
            <a:r>
              <a:rPr lang="en-US" sz="1800" dirty="0">
                <a:effectLst/>
                <a:latin typeface="Times New Roman" panose="02020603050405020304" pitchFamily="18" charset="0"/>
                <a:ea typeface="Calibri" panose="020F0502020204030204" pitchFamily="34" charset="0"/>
              </a:rPr>
              <a:t>, who joined the resistance during the Holocaust. It will cover their lives before the war and how they participated in resisting the Nazis. It also explores the theme of return. All these women had opportunities to escape or already had escaped but they chose to return and help their fellow Jews. </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This exhibit is designed in a website format but with other media components. It will feature a background with media on top and will utilize the scrolling effect. This will make it more accessible as well as aesthetically pleasing. It is not just pictures of a physical exhibit that one can hover their mouse on an icon and get information. </a:t>
            </a:r>
          </a:p>
          <a:p>
            <a:pPr marL="0" marR="0" indent="457200">
              <a:lnSpc>
                <a:spcPct val="150000"/>
              </a:lnSpc>
              <a:spcBef>
                <a:spcPts val="0"/>
              </a:spcBef>
              <a:spcAft>
                <a:spcPts val="0"/>
              </a:spcAft>
            </a:pPr>
            <a:r>
              <a:rPr lang="en-US" sz="1800" i="1" dirty="0">
                <a:effectLst/>
                <a:latin typeface="Times New Roman" panose="02020603050405020304" pitchFamily="18" charset="0"/>
                <a:ea typeface="Calibri" panose="020F0502020204030204" pitchFamily="34" charset="0"/>
              </a:rPr>
              <a:t>Road of Resistance </a:t>
            </a:r>
            <a:r>
              <a:rPr lang="en-US" sz="1800" dirty="0">
                <a:effectLst/>
                <a:latin typeface="Times New Roman" panose="02020603050405020304" pitchFamily="18" charset="0"/>
                <a:ea typeface="Calibri" panose="020F0502020204030204" pitchFamily="34" charset="0"/>
              </a:rPr>
              <a:t>will be emailed in 5 installments to subscribers of the museums that this project collaborates with. Once all 5 installments are out, the exhibit in its entirety can be accessed on these museums’ websites.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2</a:t>
            </a:fld>
            <a:endParaRPr lang="en-US"/>
          </a:p>
        </p:txBody>
      </p:sp>
    </p:spTree>
    <p:extLst>
      <p:ext uri="{BB962C8B-B14F-4D97-AF65-F5344CB8AC3E}">
        <p14:creationId xmlns:p14="http://schemas.microsoft.com/office/powerpoint/2010/main" val="1039713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The primary objective of this project is education. Not many people have heard of the female  fighter's courageous acts during the Holocaust. Their stories were swept under the rug or other horrors of the Holocaust, such as the concentration camp supplanted their actions in the public’s eye. Two out of the three women discussed in the exhibit did not survive. It is our responsibility to tell their stories and continue their legacy.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The secondary objective is to dispel the myth that Jews “went like sheep to the slaughter.” There were 30,000 Jews who joined existing resistance groups or started their own. Looking at this digital project, one will learn that resistance did happen and that some of the leading figures were not all men many were women.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This project is designed to target the Gen Z and Millennial groups. A survey conducted in America in 2020 showed horrifying results. 48% of this group were unable to name any ghetto or concentration camp. Similar surveys were conducted in other countries around the world with comparable results. The top survey shows which states are lacking Holocaust knowledge. For instance, New York has a high percentage with 58% of people who cannot name a ghetto or camp. The bottom picture is a survey conducted in Canada. In this case 15% of adults in addition to 22% of Gen Z and Millennials were not sure if they heard about the Holocaust. With this digital platform, this exhibit guarantees national and global access to fill the gaps in Holocaust knowledge.</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3</a:t>
            </a:fld>
            <a:endParaRPr lang="en-US"/>
          </a:p>
        </p:txBody>
      </p:sp>
    </p:spTree>
    <p:extLst>
      <p:ext uri="{BB962C8B-B14F-4D97-AF65-F5344CB8AC3E}">
        <p14:creationId xmlns:p14="http://schemas.microsoft.com/office/powerpoint/2010/main" val="3142662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The first section will begin with a brief background of how Adolf Hitler became chancellor of Germany and the start of the Third Reich. It will then discuss the start of World War Two and the Nazi invasion of Poland. Once the Nazis came to Poland they started to target the Jews almost immediately. The Nazis gathered the Jews into ghettos which were parts of the city that were physically walled off and isolated and weakened the population. It was there that the Jewish resistance was organized. Originally established in the Warsaw ghetto, the ZOB, the Jewish fighting organization sent fighters to other ghettos to start further resistance movements. Resistance took the form of smuggling in weapons, publishing material encouraging fighting, and trying to get the people to  ignore  Nazi orders like reporting to the </a:t>
            </a:r>
            <a:r>
              <a:rPr lang="en-US" sz="1800" dirty="0" err="1">
                <a:effectLst/>
                <a:latin typeface="Times New Roman" panose="02020603050405020304" pitchFamily="18" charset="0"/>
                <a:ea typeface="Calibri" panose="020F0502020204030204" pitchFamily="34" charset="0"/>
              </a:rPr>
              <a:t>Umschlagplatz</a:t>
            </a:r>
            <a:r>
              <a:rPr lang="en-US" sz="1800" dirty="0">
                <a:effectLst/>
                <a:latin typeface="Times New Roman" panose="02020603050405020304" pitchFamily="18" charset="0"/>
                <a:ea typeface="Calibri" panose="020F0502020204030204" pitchFamily="34" charset="0"/>
              </a:rPr>
              <a:t> to be (quote)"resettled" (end quote) in exchange for a meager sharing of food.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4</a:t>
            </a:fld>
            <a:endParaRPr lang="en-US"/>
          </a:p>
        </p:txBody>
      </p:sp>
    </p:spTree>
    <p:extLst>
      <p:ext uri="{BB962C8B-B14F-4D97-AF65-F5344CB8AC3E}">
        <p14:creationId xmlns:p14="http://schemas.microsoft.com/office/powerpoint/2010/main" val="2578257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The first women depicted in the project is </a:t>
            </a:r>
            <a:r>
              <a:rPr lang="en-US" sz="1800" dirty="0" err="1">
                <a:effectLst/>
                <a:latin typeface="Times New Roman" panose="02020603050405020304" pitchFamily="18" charset="0"/>
                <a:ea typeface="Calibri" panose="020F0502020204030204" pitchFamily="34" charset="0"/>
              </a:rPr>
              <a:t>Frumka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was born to a </a:t>
            </a:r>
            <a:r>
              <a:rPr lang="en-US" sz="1800" dirty="0" err="1">
                <a:effectLst/>
                <a:latin typeface="Times New Roman" panose="02020603050405020304" pitchFamily="18" charset="0"/>
                <a:ea typeface="Calibri" panose="020F0502020204030204" pitchFamily="34" charset="0"/>
              </a:rPr>
              <a:t>chassidishe</a:t>
            </a:r>
            <a:r>
              <a:rPr lang="en-US" sz="1800" dirty="0">
                <a:effectLst/>
                <a:latin typeface="Times New Roman" panose="02020603050405020304" pitchFamily="18" charset="0"/>
                <a:ea typeface="Calibri" panose="020F0502020204030204" pitchFamily="34" charset="0"/>
              </a:rPr>
              <a:t> or Chassidic family in 1914 in Belarus. She became part of Zionist groups as a teenager. In the summer of 1939, she was supposed to emigrate to Israel but was asked by the group's leadership to remain in Europe. As the Nazis invaded,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remained in Warsaw and became a fighter in the resistance movement. She was chosen to be a courier and bring information to other Jewish communities about the deportations to the East. After the mass deportation in Warsaw the ZOB sent her to Bedzin to organize the uprising there.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was murdered in the liquidation of the ghetto on August 1, 1943.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On a personal note, the reason I chose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was because I felt  some sort of connection to her. I had family who lived in Bedzin and </a:t>
            </a:r>
            <a:r>
              <a:rPr lang="en-US" sz="1800" dirty="0" err="1">
                <a:effectLst/>
                <a:latin typeface="Times New Roman" panose="02020603050405020304" pitchFamily="18" charset="0"/>
                <a:ea typeface="Calibri" panose="020F0502020204030204" pitchFamily="34" charset="0"/>
              </a:rPr>
              <a:t>Sosnoweic</a:t>
            </a:r>
            <a:r>
              <a:rPr lang="en-US" sz="1800" dirty="0">
                <a:effectLst/>
                <a:latin typeface="Times New Roman" panose="02020603050405020304" pitchFamily="18" charset="0"/>
                <a:ea typeface="Calibri" panose="020F0502020204030204" pitchFamily="34" charset="0"/>
              </a:rPr>
              <a:t>. They were considered sister cities and shared the same </a:t>
            </a:r>
            <a:r>
              <a:rPr lang="en-US" sz="1800" dirty="0" err="1">
                <a:effectLst/>
                <a:latin typeface="Times New Roman" panose="02020603050405020304" pitchFamily="18" charset="0"/>
                <a:ea typeface="Calibri" panose="020F0502020204030204" pitchFamily="34" charset="0"/>
              </a:rPr>
              <a:t>Judenrat</a:t>
            </a:r>
            <a:r>
              <a:rPr lang="en-US" sz="1800" dirty="0">
                <a:effectLst/>
                <a:latin typeface="Times New Roman" panose="02020603050405020304" pitchFamily="18" charset="0"/>
                <a:ea typeface="Calibri" panose="020F0502020204030204" pitchFamily="34" charset="0"/>
              </a:rPr>
              <a:t>. According to family legend my grandmother who resided in </a:t>
            </a:r>
            <a:r>
              <a:rPr lang="en-US" sz="1800" dirty="0" err="1">
                <a:effectLst/>
                <a:latin typeface="Times New Roman" panose="02020603050405020304" pitchFamily="18" charset="0"/>
                <a:ea typeface="Calibri" panose="020F0502020204030204" pitchFamily="34" charset="0"/>
              </a:rPr>
              <a:t>Sosnoweic</a:t>
            </a:r>
            <a:r>
              <a:rPr lang="en-US" sz="1800" dirty="0">
                <a:effectLst/>
                <a:latin typeface="Times New Roman" panose="02020603050405020304" pitchFamily="18" charset="0"/>
                <a:ea typeface="Calibri" panose="020F0502020204030204" pitchFamily="34" charset="0"/>
              </a:rPr>
              <a:t>, was taken by the Nazis at the ripe old age of 94. On the other hand we do not know the fate of the rest of the family. For all I know they were confined in the ghetto with </a:t>
            </a:r>
            <a:r>
              <a:rPr lang="en-US" sz="1800" dirty="0" err="1">
                <a:effectLst/>
                <a:latin typeface="Times New Roman" panose="02020603050405020304" pitchFamily="18" charset="0"/>
                <a:ea typeface="Calibri" panose="020F0502020204030204" pitchFamily="34" charset="0"/>
              </a:rPr>
              <a:t>plotnicka</a:t>
            </a:r>
            <a:r>
              <a:rPr lang="en-US" sz="1800" dirty="0">
                <a:effectLst/>
                <a:latin typeface="Times New Roman" panose="02020603050405020304" pitchFamily="18" charset="0"/>
                <a:ea typeface="Calibri" panose="020F0502020204030204" pitchFamily="34" charset="0"/>
              </a:rPr>
              <a:t>, perhaps even engaging with her and participating in resistance?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5</a:t>
            </a:fld>
            <a:endParaRPr lang="en-US"/>
          </a:p>
        </p:txBody>
      </p:sp>
    </p:spTree>
    <p:extLst>
      <p:ext uri="{BB962C8B-B14F-4D97-AF65-F5344CB8AC3E}">
        <p14:creationId xmlns:p14="http://schemas.microsoft.com/office/powerpoint/2010/main" val="2019193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rPr>
              <a:t>The next section is dedicated to </a:t>
            </a:r>
            <a:r>
              <a:rPr lang="en-US" sz="1800" dirty="0" err="1">
                <a:effectLst/>
                <a:latin typeface="Times New Roman" panose="02020603050405020304" pitchFamily="18" charset="0"/>
                <a:ea typeface="Calibri" panose="020F0502020204030204" pitchFamily="34" charset="0"/>
              </a:rPr>
              <a:t>Vladka</a:t>
            </a:r>
            <a:r>
              <a:rPr lang="en-US" sz="1800" dirty="0">
                <a:effectLst/>
                <a:latin typeface="Times New Roman" panose="02020603050405020304" pitchFamily="18" charset="0"/>
                <a:ea typeface="Calibri" panose="020F0502020204030204" pitchFamily="34" charset="0"/>
              </a:rPr>
              <a:t> </a:t>
            </a:r>
            <a:r>
              <a:rPr lang="en-US" sz="1800" dirty="0" err="1">
                <a:effectLst/>
                <a:latin typeface="Times New Roman" panose="02020603050405020304" pitchFamily="18" charset="0"/>
                <a:ea typeface="Calibri" panose="020F0502020204030204" pitchFamily="34" charset="0"/>
              </a:rPr>
              <a:t>Meed</a:t>
            </a:r>
            <a:r>
              <a:rPr lang="en-US" sz="1800" dirty="0">
                <a:effectLst/>
                <a:latin typeface="Times New Roman" panose="02020603050405020304" pitchFamily="18" charset="0"/>
                <a:ea typeface="Calibri" panose="020F0502020204030204" pitchFamily="34" charset="0"/>
              </a:rPr>
              <a:t> . </a:t>
            </a:r>
            <a:r>
              <a:rPr lang="en-US" sz="1800" dirty="0" err="1">
                <a:effectLst/>
                <a:latin typeface="Times New Roman" panose="02020603050405020304" pitchFamily="18" charset="0"/>
                <a:ea typeface="Calibri" panose="020F0502020204030204" pitchFamily="34" charset="0"/>
              </a:rPr>
              <a:t>Meed</a:t>
            </a:r>
            <a:r>
              <a:rPr lang="en-US" sz="1800" dirty="0">
                <a:effectLst/>
                <a:latin typeface="Times New Roman" panose="02020603050405020304" pitchFamily="18" charset="0"/>
                <a:ea typeface="Calibri" panose="020F0502020204030204" pitchFamily="34" charset="0"/>
              </a:rPr>
              <a:t> was born into a traditional Jewish family in Warsaw in December 1921. As a teenager she joined the local socialist movement and when the time came she was forced into the ghetto with the rest of her family. Her father died of pneumonia in the ghetto and her mother, brother, and sister were deported to Treblinka. She was left alone, the sole survivor of her family. With nothing to lose, she joined the resistance and was chosen to live on the Aryan side with her “polish look.” She smuggled in arms to the ghetto and secreted children out of the ghetto. </a:t>
            </a:r>
            <a:r>
              <a:rPr lang="en-US" sz="1800" dirty="0" err="1">
                <a:effectLst/>
                <a:latin typeface="Times New Roman" panose="02020603050405020304" pitchFamily="18" charset="0"/>
                <a:ea typeface="Calibri" panose="020F0502020204030204" pitchFamily="34" charset="0"/>
              </a:rPr>
              <a:t>Meed</a:t>
            </a:r>
            <a:r>
              <a:rPr lang="en-US" sz="1800" dirty="0">
                <a:effectLst/>
                <a:latin typeface="Times New Roman" panose="02020603050405020304" pitchFamily="18" charset="0"/>
                <a:ea typeface="Calibri" panose="020F0502020204030204" pitchFamily="34" charset="0"/>
              </a:rPr>
              <a:t> survived the war, married and built a family. She came to America and championed holocaust education.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6</a:t>
            </a:fld>
            <a:endParaRPr lang="en-US"/>
          </a:p>
        </p:txBody>
      </p:sp>
    </p:spTree>
    <p:extLst>
      <p:ext uri="{BB962C8B-B14F-4D97-AF65-F5344CB8AC3E}">
        <p14:creationId xmlns:p14="http://schemas.microsoft.com/office/powerpoint/2010/main" val="40350347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The last women this project talks about is Hannah </a:t>
            </a:r>
            <a:r>
              <a:rPr lang="en-US" sz="1800" dirty="0" err="1">
                <a:effectLst/>
                <a:latin typeface="Times New Roman" panose="02020603050405020304" pitchFamily="18" charset="0"/>
                <a:ea typeface="Calibri" panose="020F0502020204030204" pitchFamily="34" charset="0"/>
              </a:rPr>
              <a:t>Senesh</a:t>
            </a:r>
            <a:r>
              <a:rPr lang="en-US" sz="1800" dirty="0">
                <a:effectLst/>
                <a:latin typeface="Times New Roman" panose="02020603050405020304" pitchFamily="18" charset="0"/>
                <a:ea typeface="Calibri" panose="020F0502020204030204" pitchFamily="34" charset="0"/>
              </a:rPr>
              <a:t> who was born in 1919 in Hungary. </a:t>
            </a:r>
            <a:r>
              <a:rPr lang="en-US" sz="1800" dirty="0" err="1">
                <a:effectLst/>
                <a:latin typeface="Times New Roman" panose="02020603050405020304" pitchFamily="18" charset="0"/>
                <a:ea typeface="Calibri" panose="020F0502020204030204" pitchFamily="34" charset="0"/>
              </a:rPr>
              <a:t>Senesh</a:t>
            </a:r>
            <a:r>
              <a:rPr lang="en-US" sz="1800" dirty="0">
                <a:effectLst/>
                <a:latin typeface="Times New Roman" panose="02020603050405020304" pitchFamily="18" charset="0"/>
                <a:ea typeface="Calibri" panose="020F0502020204030204" pitchFamily="34" charset="0"/>
              </a:rPr>
              <a:t> was already felt antisemitic restrictions in 1939 and emigrated to Israel. In 1943, she volunteered in the British army as a paratrooper. Codenamed “Hagar,” her mission was to infiltrate enemy territory and make contact with local partisans. She was also supposed to aid allied pilots who had had to bail out of their aircrafts. In 1944, </a:t>
            </a:r>
            <a:r>
              <a:rPr lang="en-US" sz="1800" dirty="0" err="1">
                <a:effectLst/>
                <a:latin typeface="Times New Roman" panose="02020603050405020304" pitchFamily="18" charset="0"/>
                <a:ea typeface="Calibri" panose="020F0502020204030204" pitchFamily="34" charset="0"/>
              </a:rPr>
              <a:t>Senesh</a:t>
            </a:r>
            <a:r>
              <a:rPr lang="en-US" sz="1800" dirty="0">
                <a:effectLst/>
                <a:latin typeface="Times New Roman" panose="02020603050405020304" pitchFamily="18" charset="0"/>
                <a:ea typeface="Calibri" panose="020F0502020204030204" pitchFamily="34" charset="0"/>
              </a:rPr>
              <a:t> was dropped in Croatia and worked with the partisans there for a few months. She was then captured trying to cross the border into her native </a:t>
            </a:r>
            <a:r>
              <a:rPr lang="en-US" sz="1800" dirty="0" err="1">
                <a:effectLst/>
                <a:latin typeface="Times New Roman" panose="02020603050405020304" pitchFamily="18" charset="0"/>
                <a:ea typeface="Calibri" panose="020F0502020204030204" pitchFamily="34" charset="0"/>
              </a:rPr>
              <a:t>hungary</a:t>
            </a:r>
            <a:r>
              <a:rPr lang="en-US" sz="1800" dirty="0">
                <a:effectLst/>
                <a:latin typeface="Times New Roman" panose="02020603050405020304" pitchFamily="18" charset="0"/>
                <a:ea typeface="Calibri" panose="020F0502020204030204" pitchFamily="34" charset="0"/>
              </a:rPr>
              <a:t> in June of 1944. </a:t>
            </a:r>
            <a:r>
              <a:rPr lang="en-US" sz="1800" dirty="0" err="1">
                <a:effectLst/>
                <a:latin typeface="Times New Roman" panose="02020603050405020304" pitchFamily="18" charset="0"/>
                <a:ea typeface="Calibri" panose="020F0502020204030204" pitchFamily="34" charset="0"/>
              </a:rPr>
              <a:t>Senesh</a:t>
            </a:r>
            <a:r>
              <a:rPr lang="en-US" sz="1800" dirty="0">
                <a:effectLst/>
                <a:latin typeface="Times New Roman" panose="02020603050405020304" pitchFamily="18" charset="0"/>
                <a:ea typeface="Calibri" panose="020F0502020204030204" pitchFamily="34" charset="0"/>
              </a:rPr>
              <a:t> was prosecuted as a British spy and a traitor to Hungary. She was executed in November 1944 at the age of 23. </a:t>
            </a:r>
          </a:p>
          <a:p>
            <a:pPr marL="0" marR="0">
              <a:lnSpc>
                <a:spcPct val="150000"/>
              </a:lnSpc>
              <a:spcBef>
                <a:spcPts val="0"/>
              </a:spcBef>
              <a:spcAft>
                <a:spcPts val="0"/>
              </a:spcAft>
            </a:pPr>
            <a:r>
              <a:rPr lang="en-US" sz="1800" u="none" strike="noStrike" dirty="0">
                <a:effectLst/>
                <a:latin typeface="Times New Roman" panose="02020603050405020304" pitchFamily="18" charset="0"/>
                <a:ea typeface="Calibri" panose="020F0502020204030204" pitchFamily="34" charset="0"/>
              </a:rPr>
              <a:t> </a:t>
            </a:r>
            <a:endParaRPr lang="en-US" sz="1800" dirty="0">
              <a:effectLst/>
              <a:latin typeface="Times New Roman" panose="02020603050405020304" pitchFamily="18" charset="0"/>
              <a:ea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7</a:t>
            </a:fld>
            <a:endParaRPr lang="en-US"/>
          </a:p>
        </p:txBody>
      </p:sp>
    </p:spTree>
    <p:extLst>
      <p:ext uri="{BB962C8B-B14F-4D97-AF65-F5344CB8AC3E}">
        <p14:creationId xmlns:p14="http://schemas.microsoft.com/office/powerpoint/2010/main" val="1380947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The last section is one of reflection. It will start with discussing the effectiveness of the Jewish resistance. Before, though, the word resistance needs to be defined which is a debate among Holocaust scholars. For example, is resistance defined in physical terms like with weapons and force or can it be spiritually defined? Do we consider the Jews who practiced their laws and customs to the best of their ability as resisting? Once the differences are explained the section will continue to discuss what happened with the Jewish resistance movements. Finally, the section will leave the user with reflection questions such as when faced with an opportunity to save yourself, would you return to the danger to help others? When faced with oppression what do you do?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8</a:t>
            </a:fld>
            <a:endParaRPr lang="en-US"/>
          </a:p>
        </p:txBody>
      </p:sp>
    </p:spTree>
    <p:extLst>
      <p:ext uri="{BB962C8B-B14F-4D97-AF65-F5344CB8AC3E}">
        <p14:creationId xmlns:p14="http://schemas.microsoft.com/office/powerpoint/2010/main" val="1430695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There is a potential for opposition from colleagues. It can stem from the fact that this is a female run project and focuses on women. Male public historians may not value this project and will not peruse it or recommend it to others, limiting its scope.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Other opposition can come from Holocaust scholars, as we said above, who define resistance differently. They might not like how this project focuses on armed physical resistance and does not discuss spiritual resistance. This however, is not intentional, the project just needed to be capped somewhere. </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Public reaction may be diverse. The stories of Jewish female resistance fighters are not commonly known. When hearing about the resistance, people usually think of the leading male fighters such as Mordechai </a:t>
            </a:r>
            <a:r>
              <a:rPr lang="en-US" sz="1800" dirty="0" err="1">
                <a:solidFill>
                  <a:srgbClr val="202124"/>
                </a:solidFill>
                <a:effectLst/>
                <a:latin typeface="Times New Roman" panose="02020603050405020304" pitchFamily="18" charset="0"/>
                <a:ea typeface="Calibri" panose="020F0502020204030204" pitchFamily="34" charset="0"/>
                <a:cs typeface="Times New Roman" panose="02020603050405020304" pitchFamily="18" charset="0"/>
              </a:rPr>
              <a:t>Anielewicz</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or the Bielski brothers. Many women will be interested to learn that the resistance movements had many female fighters and leaders. </a:t>
            </a:r>
            <a:endParaRPr lang="en-US" sz="1800" dirty="0">
              <a:effectLst/>
              <a:latin typeface="Times New Roman" panose="02020603050405020304" pitchFamily="18" charset="0"/>
              <a:ea typeface="Calibri" panose="020F0502020204030204" pitchFamily="34" charset="0"/>
            </a:endParaRP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 adverse reaction to this project might come from Poland. Public History projects “reevaluate the facts.”  Many Poles will not want their relationship with the Nazis to be reevaluated due to research for this project. In fact, Poland recently passed a law making it a civil offense to say that Poland was complicit with Nazi actions. Although there might be some who will not like this exhibit, but these women’s stories must be told. </a:t>
            </a:r>
            <a:endParaRPr lang="en-US" sz="1800" dirty="0">
              <a:effectLst/>
              <a:latin typeface="Times New Roman" panose="02020603050405020304" pitchFamily="18" charset="0"/>
              <a:ea typeface="Calibri" panose="020F0502020204030204" pitchFamily="34" charset="0"/>
            </a:endParaRP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Unfortunately, there are also people in the world who deny that the Holocaust occurred. They will not like this project based on the simplistic fact that it details what happened. It even brings witness testimony to make the evidence irrefutable.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9</a:t>
            </a:fld>
            <a:endParaRPr lang="en-US"/>
          </a:p>
        </p:txBody>
      </p:sp>
    </p:spTree>
    <p:extLst>
      <p:ext uri="{BB962C8B-B14F-4D97-AF65-F5344CB8AC3E}">
        <p14:creationId xmlns:p14="http://schemas.microsoft.com/office/powerpoint/2010/main" val="10432203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A crucial place to start the development plan for this project is with education. This digital project looks to collaborate with an exhibit marking the 80</a:t>
            </a:r>
            <a:r>
              <a:rPr lang="en-US" sz="1800" baseline="30000" dirty="0">
                <a:effectLst/>
                <a:latin typeface="Times New Roman" panose="02020603050405020304" pitchFamily="18" charset="0"/>
                <a:ea typeface="Calibri" panose="020F0502020204030204" pitchFamily="34" charset="0"/>
              </a:rPr>
              <a:t>th</a:t>
            </a:r>
            <a:r>
              <a:rPr lang="en-US" sz="1800" dirty="0">
                <a:effectLst/>
                <a:latin typeface="Times New Roman" panose="02020603050405020304" pitchFamily="18" charset="0"/>
                <a:ea typeface="Calibri" panose="020F0502020204030204" pitchFamily="34" charset="0"/>
              </a:rPr>
              <a:t> anniversary of the Warsaw Ghetto uprising at the POLIN Museum of the History of Polish Jews. The physical exhibit talks about civilian life in the </a:t>
            </a:r>
            <a:r>
              <a:rPr lang="en-US" sz="1800" dirty="0" err="1">
                <a:effectLst/>
                <a:latin typeface="Times New Roman" panose="02020603050405020304" pitchFamily="18" charset="0"/>
                <a:ea typeface="Calibri" panose="020F0502020204030204" pitchFamily="34" charset="0"/>
              </a:rPr>
              <a:t>warsaw</a:t>
            </a:r>
            <a:r>
              <a:rPr lang="en-US" sz="1800" dirty="0">
                <a:effectLst/>
                <a:latin typeface="Times New Roman" panose="02020603050405020304" pitchFamily="18" charset="0"/>
                <a:ea typeface="Calibri" panose="020F0502020204030204" pitchFamily="34" charset="0"/>
              </a:rPr>
              <a:t> ghetto and </a:t>
            </a:r>
            <a:r>
              <a:rPr lang="en-US" sz="1800" i="1" dirty="0">
                <a:effectLst/>
                <a:latin typeface="Times New Roman" panose="02020603050405020304" pitchFamily="18" charset="0"/>
                <a:ea typeface="Calibri" panose="020F0502020204030204" pitchFamily="34" charset="0"/>
              </a:rPr>
              <a:t>Road of Resistance </a:t>
            </a:r>
            <a:r>
              <a:rPr lang="en-US" sz="1800" dirty="0">
                <a:effectLst/>
                <a:latin typeface="Times New Roman" panose="02020603050405020304" pitchFamily="18" charset="0"/>
                <a:ea typeface="Calibri" panose="020F0502020204030204" pitchFamily="34" charset="0"/>
              </a:rPr>
              <a:t>would give the female perspective. This would assist in global outreach.</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The next collaboration this project would look to is  with the United States Holocaust Memorial Museum USHMM. They have started a Digital Humanities Associate Fellowship program to increase their digital strategies and outreach. Fellows conduct their own projects and research and this exhibit can be a viable option for them to research. This would contribute to national outreach.</a:t>
            </a:r>
          </a:p>
          <a:p>
            <a:pPr marL="0" marR="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The third option for outreach is to coordinate with the Jewish Partisan Educational Foundation. They have created a curriculum which includes a special focus on women partisans. Partnering with this institution would allow for this digital project to be incorporated into their curriculum and disseminated into numerous classrooms.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10</a:t>
            </a:fld>
            <a:endParaRPr lang="en-US"/>
          </a:p>
        </p:txBody>
      </p:sp>
    </p:spTree>
    <p:extLst>
      <p:ext uri="{BB962C8B-B14F-4D97-AF65-F5344CB8AC3E}">
        <p14:creationId xmlns:p14="http://schemas.microsoft.com/office/powerpoint/2010/main" val="2418355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There are a few options for funding for this digital exhibit. The first option is the New York State Council on the Arts. This council helps fund exhibits to further cultural activities of museums. This council already has a relationship with Holocaust museums and has funded a few exhibitions like the newest exhibit at the Museum of Jewish Heritage named </a:t>
            </a:r>
            <a:r>
              <a:rPr lang="en-US" sz="1800" i="1" dirty="0">
                <a:effectLst/>
                <a:latin typeface="Times New Roman" panose="02020603050405020304" pitchFamily="18" charset="0"/>
                <a:ea typeface="Calibri" panose="020F0502020204030204" pitchFamily="34" charset="0"/>
              </a:rPr>
              <a:t>The Holocaust: What Hate Can Do</a:t>
            </a:r>
            <a:r>
              <a:rPr lang="en-US" sz="1800" dirty="0">
                <a:effectLst/>
                <a:latin typeface="Times New Roman" panose="02020603050405020304" pitchFamily="18" charset="0"/>
                <a:ea typeface="Calibri" panose="020F0502020204030204" pitchFamily="34" charset="0"/>
              </a:rPr>
              <a:t>. </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Another possibility for funding can come from the Claims Conference, a nonprofit organization that originated with reclaiming stolen property and assets for Jewish victims. It now has branched out in into (quote)“support[</a:t>
            </a:r>
            <a:r>
              <a:rPr lang="en-US" sz="1800" dirty="0" err="1">
                <a:effectLst/>
                <a:latin typeface="Times New Roman" panose="02020603050405020304" pitchFamily="18" charset="0"/>
                <a:ea typeface="Calibri" panose="020F0502020204030204" pitchFamily="34" charset="0"/>
              </a:rPr>
              <a:t>ing</a:t>
            </a:r>
            <a:r>
              <a:rPr lang="en-US" sz="1800" dirty="0">
                <a:effectLst/>
                <a:latin typeface="Times New Roman" panose="02020603050405020304" pitchFamily="18" charset="0"/>
                <a:ea typeface="Calibri" panose="020F0502020204030204" pitchFamily="34" charset="0"/>
              </a:rPr>
              <a:t>] projects that further Shoah education, documentation, research, and film.”(end quote)</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Additionally, this project looks to secure funding from the International Holocaust Remembrance Alliance (IHRA). The IHRA has a few criteria that a project must meet to obtain a grant. The first is to protect knowledge about the Holocaust and ensure that it's not distorted.  The other objective is that the project must expand awareness and relevance of the Holocaust. </a:t>
            </a:r>
            <a:r>
              <a:rPr lang="en-US" sz="1800" i="1" dirty="0">
                <a:effectLst/>
                <a:latin typeface="Times New Roman" panose="02020603050405020304" pitchFamily="18" charset="0"/>
                <a:ea typeface="Calibri" panose="020F0502020204030204" pitchFamily="34" charset="0"/>
              </a:rPr>
              <a:t>Road of Resistance</a:t>
            </a:r>
            <a:r>
              <a:rPr lang="en-US" sz="1800" dirty="0">
                <a:effectLst/>
                <a:latin typeface="Times New Roman" panose="02020603050405020304" pitchFamily="18" charset="0"/>
                <a:ea typeface="Calibri" panose="020F0502020204030204" pitchFamily="34" charset="0"/>
              </a:rPr>
              <a:t> fulfills both objectives by highlighting the stories of women who led and participated in resistance activities against the Nazis. It also gives the public previously unheard stories of these women and shows women today that they can be leaders in change or stand up to injustice. </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In 2020 President Trump signed the Never Again Education Act into law which designates funds to expand USHMM’s reach across the country and to an online archive of teaching material about the Holocaust. This digital repository can include </a:t>
            </a:r>
            <a:r>
              <a:rPr lang="en-US" sz="1800" i="1" dirty="0">
                <a:effectLst/>
                <a:latin typeface="Times New Roman" panose="02020603050405020304" pitchFamily="18" charset="0"/>
                <a:ea typeface="Calibri" panose="020F0502020204030204" pitchFamily="34" charset="0"/>
              </a:rPr>
              <a:t>Road of Resistance so teachers can incorporate </a:t>
            </a:r>
            <a:r>
              <a:rPr lang="en-US" sz="1800" dirty="0">
                <a:effectLst/>
                <a:latin typeface="Times New Roman" panose="02020603050405020304" pitchFamily="18" charset="0"/>
                <a:ea typeface="Calibri" panose="020F0502020204030204" pitchFamily="34" charset="0"/>
              </a:rPr>
              <a:t>women partisans into their curriculum. Using these funds for this project will not only help this project get off the ground but will give a valuable resource in increasing Holocaust awareness nationally. </a:t>
            </a: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11</a:t>
            </a:fld>
            <a:endParaRPr lang="en-US"/>
          </a:p>
        </p:txBody>
      </p:sp>
    </p:spTree>
    <p:extLst>
      <p:ext uri="{BB962C8B-B14F-4D97-AF65-F5344CB8AC3E}">
        <p14:creationId xmlns:p14="http://schemas.microsoft.com/office/powerpoint/2010/main" val="1909580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Three women had a chance at survival, yet all three returned to fight. Only one lived to talk about her experiences. As Dr. </a:t>
            </a:r>
            <a:r>
              <a:rPr lang="en-US" sz="1800" dirty="0" err="1">
                <a:effectLst/>
                <a:latin typeface="Times New Roman" panose="02020603050405020304" pitchFamily="18" charset="0"/>
                <a:ea typeface="Calibri" panose="020F0502020204030204" pitchFamily="34" charset="0"/>
              </a:rPr>
              <a:t>Ringelblum</a:t>
            </a:r>
            <a:r>
              <a:rPr lang="en-US" sz="1800" dirty="0">
                <a:effectLst/>
                <a:latin typeface="Times New Roman" panose="02020603050405020304" pitchFamily="18" charset="0"/>
                <a:ea typeface="Calibri" panose="020F0502020204030204" pitchFamily="34" charset="0"/>
              </a:rPr>
              <a:t> wrote in his diary (quote) “the story of the Jewish woman will be a glorious page in the history of Jewry during the present war.” (end quote) It is our responsibility to ensure that the future generations know of their sacrifices and heroism.</a:t>
            </a:r>
          </a:p>
          <a:p>
            <a:pPr marL="0" marR="0" indent="457200">
              <a:lnSpc>
                <a:spcPct val="150000"/>
              </a:lnSpc>
              <a:spcBef>
                <a:spcPts val="0"/>
              </a:spcBef>
              <a:spcAft>
                <a:spcPts val="0"/>
              </a:spcAft>
            </a:pPr>
            <a:r>
              <a:rPr lang="en-US" sz="1800" dirty="0">
                <a:effectLst/>
                <a:latin typeface="Times New Roman" panose="02020603050405020304" pitchFamily="18" charset="0"/>
                <a:ea typeface="Calibri" panose="020F0502020204030204" pitchFamily="34" charset="0"/>
              </a:rPr>
              <a:t> Who knows if we were faced with the same situation what would we have done? Would we have risked our lives to save our neighbors? </a:t>
            </a:r>
          </a:p>
          <a:p>
            <a:pPr marL="0" marR="0">
              <a:lnSpc>
                <a:spcPct val="150000"/>
              </a:lnSpc>
              <a:spcBef>
                <a:spcPts val="0"/>
              </a:spcBef>
              <a:spcAft>
                <a:spcPts val="0"/>
              </a:spcAft>
            </a:pPr>
            <a:r>
              <a:rPr lang="en-US" sz="1800" u="none" strike="noStrike" dirty="0">
                <a:effectLst/>
                <a:latin typeface="Times New Roman" panose="02020603050405020304" pitchFamily="18" charset="0"/>
                <a:ea typeface="Calibri" panose="020F0502020204030204" pitchFamily="34" charset="0"/>
              </a:rPr>
              <a:t> </a:t>
            </a:r>
            <a:endParaRPr lang="en-US" sz="1800" dirty="0">
              <a:effectLst/>
              <a:latin typeface="Times New Roman" panose="02020603050405020304" pitchFamily="18" charset="0"/>
              <a:ea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B1425222-49AD-2244-9D84-EA9C14AAEB6D}" type="slidenum">
              <a:rPr lang="en-US" smtClean="0"/>
              <a:t>12</a:t>
            </a:fld>
            <a:endParaRPr lang="en-US"/>
          </a:p>
        </p:txBody>
      </p:sp>
    </p:spTree>
    <p:extLst>
      <p:ext uri="{BB962C8B-B14F-4D97-AF65-F5344CB8AC3E}">
        <p14:creationId xmlns:p14="http://schemas.microsoft.com/office/powerpoint/2010/main" val="3828688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26951E3-958F-4611-B170-D081BA0250F9}"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669942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6951E3-958F-4611-B170-D081BA0250F9}"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393710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6951E3-958F-4611-B170-D081BA0250F9}"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406072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26951E3-958F-4611-B170-D081BA0250F9}" type="datetimeFigureOut">
              <a:rPr lang="en-US" smtClean="0"/>
              <a:t>12/9/22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144800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26951E3-958F-4611-B170-D081BA0250F9}" type="datetimeFigureOut">
              <a:rPr lang="en-US" smtClean="0"/>
              <a:t>12/9/22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568381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26951E3-958F-4611-B170-D081BA0250F9}" type="datetimeFigureOut">
              <a:rPr lang="en-US" smtClean="0"/>
              <a:t>12/9/22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052225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6951E3-958F-4611-B170-D081BA0250F9}" type="datetimeFigureOut">
              <a:rPr lang="en-US" smtClean="0"/>
              <a:t>12/9/22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787371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6951E3-958F-4611-B170-D081BA0250F9}" type="datetimeFigureOut">
              <a:rPr lang="en-US" smtClean="0"/>
              <a:t>12/9/22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400475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326951E3-958F-4611-B170-D081BA0250F9}" type="datetimeFigureOut">
              <a:rPr lang="en-US" smtClean="0"/>
              <a:t>12/9/22</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3504270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6951E3-958F-4611-B170-D081BA0250F9}" type="datetimeFigureOut">
              <a:rPr lang="en-US" smtClean="0"/>
              <a:pPr/>
              <a:t>12/9/22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56152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6951E3-958F-4611-B170-D081BA0250F9}" type="datetimeFigureOut">
              <a:rPr lang="en-US" smtClean="0"/>
              <a:pPr/>
              <a:t>12/9/22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1288037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326951E3-958F-4611-B170-D081BA0250F9}" type="datetimeFigureOut">
              <a:rPr lang="en-US" smtClean="0"/>
              <a:pPr/>
              <a:t>12/9/22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1442047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326951E3-958F-4611-B170-D081BA0250F9}" type="datetimeFigureOut">
              <a:rPr lang="en-US" smtClean="0"/>
              <a:pPr/>
              <a:t>12/9/22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1998354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6951E3-958F-4611-B170-D081BA0250F9}" type="datetimeFigureOut">
              <a:rPr lang="en-US" smtClean="0"/>
              <a:pPr/>
              <a:t>12/9/22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1747679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6951E3-958F-4611-B170-D081BA0250F9}" type="datetimeFigureOut">
              <a:rPr lang="en-US" smtClean="0"/>
              <a:pPr/>
              <a:t>12/9/22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631799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6951E3-958F-4611-B170-D081BA0250F9}"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15849915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6951E3-958F-4611-B170-D081BA0250F9}" type="datetimeFigureOut">
              <a:rPr lang="en-US" smtClean="0"/>
              <a:t>12/9/22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871EFB-7B9E-4E86-A89E-697E8EBB06F2}" type="slidenum">
              <a:rPr lang="en-US" smtClean="0"/>
              <a:t>‹#›</a:t>
            </a:fld>
            <a:endParaRPr lang="en-US"/>
          </a:p>
        </p:txBody>
      </p:sp>
    </p:spTree>
    <p:extLst>
      <p:ext uri="{BB962C8B-B14F-4D97-AF65-F5344CB8AC3E}">
        <p14:creationId xmlns:p14="http://schemas.microsoft.com/office/powerpoint/2010/main" val="2160972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326951E3-958F-4611-B170-D081BA0250F9}" type="datetimeFigureOut">
              <a:rPr lang="en-US" smtClean="0"/>
              <a:pPr/>
              <a:t>12/9/22</a:t>
            </a:fld>
            <a:endParaRPr lang="en-US" dirty="0"/>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dirty="0"/>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57871EFB-7B9E-4E86-A89E-697E8EBB06F2}" type="slidenum">
              <a:rPr lang="en-US" smtClean="0"/>
              <a:pPr/>
              <a:t>‹#›</a:t>
            </a:fld>
            <a:endParaRPr lang="en-US" dirty="0"/>
          </a:p>
        </p:txBody>
      </p:sp>
    </p:spTree>
    <p:extLst>
      <p:ext uri="{BB962C8B-B14F-4D97-AF65-F5344CB8AC3E}">
        <p14:creationId xmlns:p14="http://schemas.microsoft.com/office/powerpoint/2010/main" val="2368742566"/>
      </p:ext>
    </p:extLst>
  </p:cSld>
  <p:clrMap bg1="dk1" tx1="lt1" bg2="dk2" tx2="lt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 id="2147483795"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2.xml"/><Relationship Id="rId7" Type="http://schemas.openxmlformats.org/officeDocument/2006/relationships/image" Target="../media/image4.svg"/><Relationship Id="rId12" Type="http://schemas.openxmlformats.org/officeDocument/2006/relationships/image" Target="../media/image9.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image" Target="../media/image2.jpeg"/><Relationship Id="rId10" Type="http://schemas.openxmlformats.org/officeDocument/2006/relationships/image" Target="../media/image7.png"/><Relationship Id="rId4" Type="http://schemas.openxmlformats.org/officeDocument/2006/relationships/notesSlide" Target="../notesSlides/notesSlide1.xml"/><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9.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0.jpeg"/><Relationship Id="rId5" Type="http://schemas.openxmlformats.org/officeDocument/2006/relationships/image" Target="../media/image1.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9.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9.png"/><Relationship Id="rId5" Type="http://schemas.openxmlformats.org/officeDocument/2006/relationships/image" Target="../media/image13.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slideLayout" Target="../slideLayouts/slideLayout7.xml"/><Relationship Id="rId7" Type="http://schemas.openxmlformats.org/officeDocument/2006/relationships/image" Target="../media/image15.jpe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14.jpeg"/><Relationship Id="rId11" Type="http://schemas.openxmlformats.org/officeDocument/2006/relationships/image" Target="../media/image18.jpeg"/><Relationship Id="rId5" Type="http://schemas.openxmlformats.org/officeDocument/2006/relationships/image" Target="../media/image1.jpeg"/><Relationship Id="rId10" Type="http://schemas.openxmlformats.org/officeDocument/2006/relationships/image" Target="../media/image9.png"/><Relationship Id="rId4" Type="http://schemas.openxmlformats.org/officeDocument/2006/relationships/notesSlide" Target="../notesSlides/notesSlide5.xml"/><Relationship Id="rId9" Type="http://schemas.openxmlformats.org/officeDocument/2006/relationships/image" Target="../media/image17.jpe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7.xml"/><Relationship Id="rId7" Type="http://schemas.openxmlformats.org/officeDocument/2006/relationships/image" Target="../media/image21.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0.jpeg"/><Relationship Id="rId5" Type="http://schemas.openxmlformats.org/officeDocument/2006/relationships/image" Target="../media/image19.JPG"/><Relationship Id="rId4" Type="http://schemas.openxmlformats.org/officeDocument/2006/relationships/notesSlide" Target="../notesSlides/notesSlide6.xml"/><Relationship Id="rId9" Type="http://schemas.openxmlformats.org/officeDocument/2006/relationships/image" Target="../media/image22.jpeg"/></Relationships>
</file>

<file path=ppt/slides/_rels/slide7.xml.rels><?xml version="1.0" encoding="UTF-8" standalone="yes"?>
<Relationships xmlns="http://schemas.openxmlformats.org/package/2006/relationships"><Relationship Id="rId8" Type="http://schemas.openxmlformats.org/officeDocument/2006/relationships/image" Target="../media/image26.gif"/><Relationship Id="rId3" Type="http://schemas.openxmlformats.org/officeDocument/2006/relationships/slideLayout" Target="../slideLayouts/slideLayout7.xml"/><Relationship Id="rId7" Type="http://schemas.openxmlformats.org/officeDocument/2006/relationships/image" Target="../media/image25.jp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4.jpg"/><Relationship Id="rId5" Type="http://schemas.openxmlformats.org/officeDocument/2006/relationships/image" Target="../media/image23.jpeg"/><Relationship Id="rId4" Type="http://schemas.openxmlformats.org/officeDocument/2006/relationships/notesSlide" Target="../notesSlides/notesSlide7.xml"/><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9.png"/><Relationship Id="rId5" Type="http://schemas.openxmlformats.org/officeDocument/2006/relationships/image" Target="../media/image27.jpe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9.png"/><Relationship Id="rId5" Type="http://schemas.openxmlformats.org/officeDocument/2006/relationships/image" Target="../media/image28.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7.xml"/><Relationship Id="rId7" Type="http://schemas.openxmlformats.org/officeDocument/2006/relationships/image" Target="../media/image31.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slideLayout" Target="../slideLayouts/slideLayout7.xml"/><Relationship Id="rId7" Type="http://schemas.openxmlformats.org/officeDocument/2006/relationships/image" Target="../media/image34.jpe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1.xml"/><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9.png"/><Relationship Id="rId5" Type="http://schemas.openxmlformats.org/officeDocument/2006/relationships/image" Target="../media/image36.jpeg"/><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5">
            <a:alphaModFix amt="35065"/>
            <a:lum/>
          </a:blip>
          <a:srcRect/>
          <a:stretch>
            <a:fillRect t="-12000" b="-12000"/>
          </a:stretch>
        </a:blipFill>
        <a:effectLst/>
      </p:bgPr>
    </p:bg>
    <p:spTree>
      <p:nvGrpSpPr>
        <p:cNvPr id="1" name=""/>
        <p:cNvGrpSpPr/>
        <p:nvPr/>
      </p:nvGrpSpPr>
      <p:grpSpPr>
        <a:xfrm>
          <a:off x="0" y="0"/>
          <a:ext cx="0" cy="0"/>
          <a:chOff x="0" y="0"/>
          <a:chExt cx="0" cy="0"/>
        </a:xfrm>
      </p:grpSpPr>
      <p:pic>
        <p:nvPicPr>
          <p:cNvPr id="17" name="Graphic 16" descr="Caret Left outline">
            <a:hlinkClick r:id="" action="ppaction://hlinkshowjump?jump=previousslide"/>
            <a:extLst>
              <a:ext uri="{FF2B5EF4-FFF2-40B4-BE49-F238E27FC236}">
                <a16:creationId xmlns:a16="http://schemas.microsoft.com/office/drawing/2014/main" id="{4950A2C6-6732-A8DD-A857-D04BD6C106E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86063" y="3411486"/>
            <a:ext cx="630936" cy="630936"/>
          </a:xfrm>
          <a:prstGeom prst="rect">
            <a:avLst/>
          </a:prstGeom>
        </p:spPr>
      </p:pic>
      <p:pic>
        <p:nvPicPr>
          <p:cNvPr id="19" name="Graphic 18" descr="Caret Right outline">
            <a:hlinkClick r:id="" action="ppaction://hlinkshowjump?jump=nextslide"/>
            <a:extLst>
              <a:ext uri="{FF2B5EF4-FFF2-40B4-BE49-F238E27FC236}">
                <a16:creationId xmlns:a16="http://schemas.microsoft.com/office/drawing/2014/main" id="{400515AB-DD71-8AD4-BE90-1A7C3E2A4C7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76336" y="4320956"/>
            <a:ext cx="633427" cy="633427"/>
          </a:xfrm>
          <a:prstGeom prst="rect">
            <a:avLst/>
          </a:prstGeom>
        </p:spPr>
      </p:pic>
      <p:sp>
        <p:nvSpPr>
          <p:cNvPr id="5" name="TextBox 4">
            <a:extLst>
              <a:ext uri="{FF2B5EF4-FFF2-40B4-BE49-F238E27FC236}">
                <a16:creationId xmlns:a16="http://schemas.microsoft.com/office/drawing/2014/main" id="{97FCBD5C-D0CF-DAB1-C001-DAABCDB766CE}"/>
              </a:ext>
            </a:extLst>
          </p:cNvPr>
          <p:cNvSpPr txBox="1"/>
          <p:nvPr/>
        </p:nvSpPr>
        <p:spPr>
          <a:xfrm rot="5400000">
            <a:off x="909330" y="5511640"/>
            <a:ext cx="323165" cy="1963838"/>
          </a:xfrm>
          <a:prstGeom prst="rect">
            <a:avLst/>
          </a:prstGeom>
          <a:noFill/>
        </p:spPr>
        <p:txBody>
          <a:bodyPr vert="vert270" wrap="square" rtlCol="0">
            <a:spAutoFit/>
          </a:bodyPr>
          <a:lstStyle/>
          <a:p>
            <a:r>
              <a:rPr lang="en-US" sz="900" i="1" dirty="0">
                <a:solidFill>
                  <a:schemeClr val="accent1">
                    <a:lumMod val="75000"/>
                  </a:schemeClr>
                </a:solidFill>
              </a:rPr>
              <a:t>Photo credit: USHMM no. 37295</a:t>
            </a:r>
          </a:p>
        </p:txBody>
      </p:sp>
      <p:sp>
        <p:nvSpPr>
          <p:cNvPr id="7" name="TextBox 6">
            <a:extLst>
              <a:ext uri="{FF2B5EF4-FFF2-40B4-BE49-F238E27FC236}">
                <a16:creationId xmlns:a16="http://schemas.microsoft.com/office/drawing/2014/main" id="{669FC027-9A7C-5BC1-E72C-A2B2B455EA2A}"/>
              </a:ext>
            </a:extLst>
          </p:cNvPr>
          <p:cNvSpPr txBox="1"/>
          <p:nvPr/>
        </p:nvSpPr>
        <p:spPr>
          <a:xfrm>
            <a:off x="0" y="6565570"/>
            <a:ext cx="11338560" cy="230832"/>
          </a:xfrm>
          <a:prstGeom prst="rect">
            <a:avLst/>
          </a:prstGeom>
          <a:noFill/>
        </p:spPr>
        <p:txBody>
          <a:bodyPr wrap="square">
            <a:spAutoFit/>
          </a:bodyPr>
          <a:lstStyle/>
          <a:p>
            <a:r>
              <a:rPr lang="en-US" sz="900" i="1" dirty="0">
                <a:solidFill>
                  <a:schemeClr val="accent1">
                    <a:lumMod val="75000"/>
                  </a:schemeClr>
                </a:solidFill>
                <a:effectLst/>
                <a:ea typeface="Calibri" panose="020F0502020204030204" pitchFamily="34" charset="0"/>
              </a:rPr>
              <a:t>Polish and Jewish laborers construct a section of the wall that separated the Warsaw ghetto from the rest of the city</a:t>
            </a:r>
            <a:r>
              <a:rPr lang="en-US" sz="900" i="1" dirty="0">
                <a:solidFill>
                  <a:schemeClr val="accent1">
                    <a:lumMod val="75000"/>
                  </a:schemeClr>
                </a:solidFill>
                <a:effectLst/>
              </a:rPr>
              <a:t> </a:t>
            </a:r>
            <a:endParaRPr lang="en-US" sz="900" i="1" dirty="0">
              <a:solidFill>
                <a:schemeClr val="accent1">
                  <a:lumMod val="75000"/>
                </a:schemeClr>
              </a:solidFill>
            </a:endParaRPr>
          </a:p>
        </p:txBody>
      </p:sp>
      <p:pic>
        <p:nvPicPr>
          <p:cNvPr id="46" name="Graphic 45" descr="Caret Right outline">
            <a:extLst>
              <a:ext uri="{FF2B5EF4-FFF2-40B4-BE49-F238E27FC236}">
                <a16:creationId xmlns:a16="http://schemas.microsoft.com/office/drawing/2014/main" id="{98622932-6E66-DDD4-1848-2B91E45929E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a:off x="2290026" y="4042422"/>
            <a:ext cx="630937" cy="630937"/>
          </a:xfrm>
          <a:prstGeom prst="rect">
            <a:avLst/>
          </a:prstGeom>
        </p:spPr>
      </p:pic>
      <p:sp>
        <p:nvSpPr>
          <p:cNvPr id="2" name="TextBox 1">
            <a:extLst>
              <a:ext uri="{FF2B5EF4-FFF2-40B4-BE49-F238E27FC236}">
                <a16:creationId xmlns:a16="http://schemas.microsoft.com/office/drawing/2014/main" id="{59393F3C-DC47-77EA-8F7E-F27D129C1A13}"/>
              </a:ext>
            </a:extLst>
          </p:cNvPr>
          <p:cNvSpPr txBox="1"/>
          <p:nvPr/>
        </p:nvSpPr>
        <p:spPr>
          <a:xfrm>
            <a:off x="1686520" y="-184428"/>
            <a:ext cx="8499895" cy="1331121"/>
          </a:xfrm>
          <a:prstGeom prst="rect">
            <a:avLst/>
          </a:prstGeom>
        </p:spPr>
        <p:txBody>
          <a:bodyPr vert="horz" lIns="91440" tIns="45720" rIns="91440" bIns="45720" rtlCol="0" anchor="b">
            <a:normAutofit/>
          </a:bodyPr>
          <a:lstStyle/>
          <a:p>
            <a:pPr algn="ctr">
              <a:spcBef>
                <a:spcPct val="0"/>
              </a:spcBef>
              <a:spcAft>
                <a:spcPts val="600"/>
              </a:spcAft>
            </a:pPr>
            <a:r>
              <a:rPr lang="en-US" sz="2800" cap="all" dirty="0">
                <a:ln w="3175" cmpd="sng">
                  <a:noFill/>
                </a:ln>
                <a:solidFill>
                  <a:schemeClr val="bg1">
                    <a:lumMod val="75000"/>
                    <a:lumOff val="25000"/>
                  </a:schemeClr>
                </a:solidFill>
                <a:effectLst>
                  <a:outerShdw blurRad="28575" dist="31750" dir="13200000" algn="tl" rotWithShape="0">
                    <a:srgbClr val="000000">
                      <a:alpha val="25000"/>
                    </a:srgbClr>
                  </a:outerShdw>
                </a:effectLst>
                <a:latin typeface="+mj-lt"/>
                <a:ea typeface="+mj-ea"/>
                <a:cs typeface="+mj-cs"/>
              </a:rPr>
              <a:t>Road of Resistance: Three Women’s journeys in defying the Nazis</a:t>
            </a:r>
          </a:p>
        </p:txBody>
      </p:sp>
      <p:pic>
        <p:nvPicPr>
          <p:cNvPr id="3" name="Audio 2">
            <a:hlinkClick r:id="" action="ppaction://media"/>
            <a:extLst>
              <a:ext uri="{FF2B5EF4-FFF2-40B4-BE49-F238E27FC236}">
                <a16:creationId xmlns:a16="http://schemas.microsoft.com/office/drawing/2014/main" id="{F456C896-FFBD-EF28-53F9-DB23D0D745D4}"/>
              </a:ext>
            </a:extLst>
          </p:cNvPr>
          <p:cNvPicPr>
            <a:picLocks noChangeAspect="1"/>
          </p:cNvPicPr>
          <p:nvPr>
            <a:audioFile r:link="rId2"/>
            <p:extLst>
              <p:ext uri="{DAA4B4D4-6D71-4841-9C94-3DE7FCFB9230}">
                <p14:media xmlns:p14="http://schemas.microsoft.com/office/powerpoint/2010/main" r:embed="rId1"/>
              </p:ext>
            </p:extLst>
          </p:nvPr>
        </p:nvPicPr>
        <p:blipFill>
          <a:blip r:embed="rId12"/>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3826164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8053">
        <p159:morph option="byObject"/>
      </p:transition>
    </mc:Choice>
    <mc:Fallback xmlns="">
      <p:transition spd="slow" advTm="805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pic>
        <p:nvPicPr>
          <p:cNvPr id="9" name="Picture 8" descr="A group of people walking on a street&#10;&#10;Description automatically generated with low confidence">
            <a:extLst>
              <a:ext uri="{FF2B5EF4-FFF2-40B4-BE49-F238E27FC236}">
                <a16:creationId xmlns:a16="http://schemas.microsoft.com/office/drawing/2014/main" id="{5747423C-103D-CBD2-AC90-5FAA64D1CA47}"/>
              </a:ext>
            </a:extLst>
          </p:cNvPr>
          <p:cNvPicPr>
            <a:picLocks noChangeAspect="1"/>
          </p:cNvPicPr>
          <p:nvPr/>
        </p:nvPicPr>
        <p:blipFill>
          <a:blip r:embed="rId6"/>
          <a:stretch>
            <a:fillRect/>
          </a:stretch>
        </p:blipFill>
        <p:spPr>
          <a:xfrm>
            <a:off x="0" y="0"/>
            <a:ext cx="6518400" cy="6858000"/>
          </a:xfrm>
          <a:prstGeom prst="rect">
            <a:avLst/>
          </a:prstGeom>
          <a:ln>
            <a:noFill/>
          </a:ln>
        </p:spPr>
      </p:pic>
      <p:sp>
        <p:nvSpPr>
          <p:cNvPr id="3" name="TextBox 2">
            <a:extLst>
              <a:ext uri="{FF2B5EF4-FFF2-40B4-BE49-F238E27FC236}">
                <a16:creationId xmlns:a16="http://schemas.microsoft.com/office/drawing/2014/main" id="{533289ED-53F7-C223-5697-7D35DA3B46F3}"/>
              </a:ext>
            </a:extLst>
          </p:cNvPr>
          <p:cNvSpPr txBox="1"/>
          <p:nvPr/>
        </p:nvSpPr>
        <p:spPr>
          <a:xfrm rot="10800000">
            <a:off x="6465167" y="0"/>
            <a:ext cx="323165" cy="1963838"/>
          </a:xfrm>
          <a:prstGeom prst="rect">
            <a:avLst/>
          </a:prstGeom>
          <a:noFill/>
        </p:spPr>
        <p:txBody>
          <a:bodyPr vert="vert270" wrap="square" rtlCol="0">
            <a:spAutoFit/>
          </a:bodyPr>
          <a:lstStyle/>
          <a:p>
            <a:r>
              <a:rPr lang="en-US" sz="900" i="1" dirty="0"/>
              <a:t>Photo credit: USHMM no. 265537</a:t>
            </a:r>
          </a:p>
        </p:txBody>
      </p:sp>
      <p:sp>
        <p:nvSpPr>
          <p:cNvPr id="4" name="TextBox 3">
            <a:extLst>
              <a:ext uri="{FF2B5EF4-FFF2-40B4-BE49-F238E27FC236}">
                <a16:creationId xmlns:a16="http://schemas.microsoft.com/office/drawing/2014/main" id="{8E46A6B7-8D05-3FCA-737E-46C182313C7D}"/>
              </a:ext>
            </a:extLst>
          </p:cNvPr>
          <p:cNvSpPr txBox="1"/>
          <p:nvPr/>
        </p:nvSpPr>
        <p:spPr>
          <a:xfrm>
            <a:off x="0" y="6388924"/>
            <a:ext cx="3206338" cy="646331"/>
          </a:xfrm>
          <a:prstGeom prst="rect">
            <a:avLst/>
          </a:prstGeom>
          <a:noFill/>
        </p:spPr>
        <p:txBody>
          <a:bodyPr wrap="square" rtlCol="0">
            <a:spAutoFit/>
          </a:bodyPr>
          <a:lstStyle/>
          <a:p>
            <a:r>
              <a:rPr lang="en-US" sz="900" i="1" dirty="0">
                <a:effectLst/>
              </a:rPr>
              <a:t>Jews captured during the Warsaw ghetto uprising are marched to the </a:t>
            </a:r>
            <a:r>
              <a:rPr lang="en-US" sz="900" i="1" dirty="0" err="1">
                <a:effectLst/>
              </a:rPr>
              <a:t>Umschlagplatz</a:t>
            </a:r>
            <a:r>
              <a:rPr lang="en-US" sz="900" i="1" dirty="0">
                <a:effectLst/>
              </a:rPr>
              <a:t> for deportation</a:t>
            </a:r>
          </a:p>
          <a:p>
            <a:endParaRPr lang="en-US" dirty="0"/>
          </a:p>
        </p:txBody>
      </p:sp>
      <p:sp>
        <p:nvSpPr>
          <p:cNvPr id="8" name="TextBox 7">
            <a:extLst>
              <a:ext uri="{FF2B5EF4-FFF2-40B4-BE49-F238E27FC236}">
                <a16:creationId xmlns:a16="http://schemas.microsoft.com/office/drawing/2014/main" id="{1F488DF5-7732-BB7D-650A-8DABB6781A33}"/>
              </a:ext>
            </a:extLst>
          </p:cNvPr>
          <p:cNvSpPr txBox="1"/>
          <p:nvPr/>
        </p:nvSpPr>
        <p:spPr>
          <a:xfrm>
            <a:off x="7051093" y="981918"/>
            <a:ext cx="4586175"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t>Will be a digital exhibit</a:t>
            </a:r>
          </a:p>
          <a:p>
            <a:pPr marL="285750" indent="-285750">
              <a:buFont typeface="Arial" panose="020B0604020202020204" pitchFamily="34" charset="0"/>
              <a:buChar char="•"/>
            </a:pPr>
            <a:r>
              <a:rPr lang="en-US" sz="1600" dirty="0"/>
              <a:t>Documenting and evaluating the stories of three women: </a:t>
            </a:r>
            <a:r>
              <a:rPr lang="en-US" sz="1600" dirty="0" err="1"/>
              <a:t>Frumka</a:t>
            </a:r>
            <a:r>
              <a:rPr lang="en-US" sz="1600" dirty="0"/>
              <a:t> </a:t>
            </a:r>
            <a:r>
              <a:rPr lang="en-US" sz="1600" dirty="0" err="1"/>
              <a:t>Plotnicka</a:t>
            </a:r>
            <a:r>
              <a:rPr lang="en-US" sz="1600" dirty="0"/>
              <a:t>, </a:t>
            </a:r>
            <a:r>
              <a:rPr lang="en-US" sz="1600" dirty="0" err="1"/>
              <a:t>Vladka</a:t>
            </a:r>
            <a:r>
              <a:rPr lang="en-US" sz="1600" dirty="0"/>
              <a:t> </a:t>
            </a:r>
            <a:r>
              <a:rPr lang="en-US" sz="1600" dirty="0" err="1"/>
              <a:t>Meed</a:t>
            </a:r>
            <a:r>
              <a:rPr lang="en-US" sz="1600" dirty="0"/>
              <a:t>, and Hannah </a:t>
            </a:r>
            <a:r>
              <a:rPr lang="en-US" sz="1600" dirty="0" err="1"/>
              <a:t>Senesh</a:t>
            </a:r>
            <a:endParaRPr lang="en-US" sz="1600" dirty="0"/>
          </a:p>
          <a:p>
            <a:pPr marL="742950" lvl="1" indent="-285750">
              <a:buFont typeface="Arial" panose="020B0604020202020204" pitchFamily="34" charset="0"/>
              <a:buChar char="•"/>
            </a:pPr>
            <a:r>
              <a:rPr lang="en-US" sz="1600" dirty="0"/>
              <a:t>Their life before the holocaust, their activities during the war</a:t>
            </a:r>
          </a:p>
          <a:p>
            <a:pPr marL="742950" lvl="1" indent="-285750">
              <a:buFont typeface="Arial" panose="020B0604020202020204" pitchFamily="34" charset="0"/>
              <a:buChar char="•"/>
            </a:pPr>
            <a:r>
              <a:rPr lang="en-US" sz="1600" dirty="0"/>
              <a:t>Explore the theme of return</a:t>
            </a:r>
          </a:p>
          <a:p>
            <a:pPr marL="285750" indent="-285750">
              <a:buFont typeface="Arial" panose="020B0604020202020204" pitchFamily="34" charset="0"/>
              <a:buChar char="•"/>
            </a:pPr>
            <a:r>
              <a:rPr lang="en-US" sz="1600" dirty="0"/>
              <a:t>Designed to be similar to a website  with multimedia components</a:t>
            </a:r>
          </a:p>
          <a:p>
            <a:pPr marL="285750" indent="-285750">
              <a:buFont typeface="Arial" panose="020B0604020202020204" pitchFamily="34" charset="0"/>
              <a:buChar char="•"/>
            </a:pPr>
            <a:r>
              <a:rPr lang="en-US" sz="1600" dirty="0"/>
              <a:t>Will be sent out in installments-one section per week </a:t>
            </a:r>
          </a:p>
          <a:p>
            <a:pPr marL="742950" lvl="1" indent="-285750">
              <a:buFont typeface="Arial" panose="020B0604020202020204" pitchFamily="34" charset="0"/>
              <a:buChar char="•"/>
            </a:pPr>
            <a:r>
              <a:rPr lang="en-US" sz="1600" dirty="0"/>
              <a:t>After 5 weeks will be able to access the digital exhibit as a whole on the websites of collaborating museums </a:t>
            </a:r>
          </a:p>
        </p:txBody>
      </p:sp>
      <p:pic>
        <p:nvPicPr>
          <p:cNvPr id="6" name="Audio 5">
            <a:hlinkClick r:id="" action="ppaction://media"/>
            <a:extLst>
              <a:ext uri="{FF2B5EF4-FFF2-40B4-BE49-F238E27FC236}">
                <a16:creationId xmlns:a16="http://schemas.microsoft.com/office/drawing/2014/main" id="{8CACEB35-ED4C-6F1A-8750-FE5B434721E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610193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63765">
        <p159:morph option="byObject"/>
      </p:transition>
    </mc:Choice>
    <mc:Fallback xmlns="">
      <p:transition spd="slow" advTm="6376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p&#10;&#10;Description automatically generated">
            <a:extLst>
              <a:ext uri="{FF2B5EF4-FFF2-40B4-BE49-F238E27FC236}">
                <a16:creationId xmlns:a16="http://schemas.microsoft.com/office/drawing/2014/main" id="{697CF416-1188-BAAD-8704-13BD48FE334A}"/>
              </a:ext>
            </a:extLst>
          </p:cNvPr>
          <p:cNvPicPr>
            <a:picLocks noChangeAspect="1"/>
          </p:cNvPicPr>
          <p:nvPr/>
        </p:nvPicPr>
        <p:blipFill rotWithShape="1">
          <a:blip r:embed="rId5"/>
          <a:srcRect t="14445" b="4444"/>
          <a:stretch/>
        </p:blipFill>
        <p:spPr>
          <a:xfrm>
            <a:off x="7076758" y="95957"/>
            <a:ext cx="4656061" cy="3518199"/>
          </a:xfrm>
          <a:prstGeom prst="rect">
            <a:avLst/>
          </a:prstGeom>
        </p:spPr>
      </p:pic>
      <p:pic>
        <p:nvPicPr>
          <p:cNvPr id="5" name="Picture 4" descr="Chart, waterfall chart&#10;&#10;Description automatically generated">
            <a:extLst>
              <a:ext uri="{FF2B5EF4-FFF2-40B4-BE49-F238E27FC236}">
                <a16:creationId xmlns:a16="http://schemas.microsoft.com/office/drawing/2014/main" id="{6BB5A91E-7932-8B26-7348-F6C8C1F91529}"/>
              </a:ext>
            </a:extLst>
          </p:cNvPr>
          <p:cNvPicPr>
            <a:picLocks noChangeAspect="1"/>
          </p:cNvPicPr>
          <p:nvPr/>
        </p:nvPicPr>
        <p:blipFill rotWithShape="1">
          <a:blip r:embed="rId6"/>
          <a:srcRect b="13288"/>
          <a:stretch/>
        </p:blipFill>
        <p:spPr>
          <a:xfrm>
            <a:off x="7076758" y="3734215"/>
            <a:ext cx="4656061" cy="2933780"/>
          </a:xfrm>
          <a:prstGeom prst="rect">
            <a:avLst/>
          </a:prstGeom>
        </p:spPr>
      </p:pic>
      <p:sp>
        <p:nvSpPr>
          <p:cNvPr id="4" name="TextBox 3">
            <a:extLst>
              <a:ext uri="{FF2B5EF4-FFF2-40B4-BE49-F238E27FC236}">
                <a16:creationId xmlns:a16="http://schemas.microsoft.com/office/drawing/2014/main" id="{7BE1D3F6-6516-2252-44B9-48DEF7BC82C0}"/>
              </a:ext>
            </a:extLst>
          </p:cNvPr>
          <p:cNvSpPr txBox="1"/>
          <p:nvPr/>
        </p:nvSpPr>
        <p:spPr>
          <a:xfrm>
            <a:off x="573462" y="332509"/>
            <a:ext cx="5778901" cy="638300"/>
          </a:xfrm>
          <a:prstGeom prst="rect">
            <a:avLst/>
          </a:prstGeom>
        </p:spPr>
        <p:txBody>
          <a:bodyPr vert="horz" lIns="91440" tIns="45720" rIns="91440" bIns="45720" rtlCol="0" anchor="b">
            <a:normAutofit/>
          </a:bodyPr>
          <a:lstStyle/>
          <a:p>
            <a:pPr>
              <a:spcBef>
                <a:spcPct val="0"/>
              </a:spcBef>
              <a:spcAft>
                <a:spcPts val="600"/>
              </a:spcAft>
            </a:pPr>
            <a:r>
              <a:rPr lang="en-US" sz="24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Objectives:</a:t>
            </a:r>
          </a:p>
        </p:txBody>
      </p:sp>
      <p:sp>
        <p:nvSpPr>
          <p:cNvPr id="6" name="TextBox 5">
            <a:extLst>
              <a:ext uri="{FF2B5EF4-FFF2-40B4-BE49-F238E27FC236}">
                <a16:creationId xmlns:a16="http://schemas.microsoft.com/office/drawing/2014/main" id="{B7DD7728-7EE5-483E-296C-12F0BE5F05CD}"/>
              </a:ext>
            </a:extLst>
          </p:cNvPr>
          <p:cNvSpPr txBox="1"/>
          <p:nvPr/>
        </p:nvSpPr>
        <p:spPr>
          <a:xfrm>
            <a:off x="573462" y="1246909"/>
            <a:ext cx="5778901" cy="1815882"/>
          </a:xfrm>
          <a:prstGeom prst="rect">
            <a:avLst/>
          </a:prstGeom>
          <a:noFill/>
        </p:spPr>
        <p:txBody>
          <a:bodyPr wrap="square" rtlCol="0">
            <a:spAutoFit/>
          </a:bodyPr>
          <a:lstStyle/>
          <a:p>
            <a:pPr marL="285750" indent="-285750">
              <a:buFont typeface="Arial" panose="020B0604020202020204" pitchFamily="34" charset="0"/>
              <a:buChar char="•"/>
            </a:pPr>
            <a:r>
              <a:rPr lang="en-US" sz="1600" dirty="0"/>
              <a:t>Primary objective-education; to illustrate the lives of these three female resistance fighters</a:t>
            </a:r>
          </a:p>
          <a:p>
            <a:pPr marL="285750" indent="-285750">
              <a:buFont typeface="Arial" panose="020B0604020202020204" pitchFamily="34" charset="0"/>
              <a:buChar char="•"/>
            </a:pPr>
            <a:r>
              <a:rPr lang="en-US" sz="1600" dirty="0"/>
              <a:t>Secondary objective- to dispel the myth that Jews did not try to prevent or hinder their executions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p:txBody>
      </p:sp>
      <p:sp>
        <p:nvSpPr>
          <p:cNvPr id="7" name="TextBox 6">
            <a:extLst>
              <a:ext uri="{FF2B5EF4-FFF2-40B4-BE49-F238E27FC236}">
                <a16:creationId xmlns:a16="http://schemas.microsoft.com/office/drawing/2014/main" id="{C6FC6024-64BB-C8D6-11D1-1E245002C250}"/>
              </a:ext>
            </a:extLst>
          </p:cNvPr>
          <p:cNvSpPr txBox="1"/>
          <p:nvPr/>
        </p:nvSpPr>
        <p:spPr>
          <a:xfrm>
            <a:off x="573462" y="2424491"/>
            <a:ext cx="5778901" cy="638300"/>
          </a:xfrm>
          <a:prstGeom prst="rect">
            <a:avLst/>
          </a:prstGeom>
        </p:spPr>
        <p:txBody>
          <a:bodyPr vert="horz" lIns="91440" tIns="45720" rIns="91440" bIns="45720" rtlCol="0" anchor="b">
            <a:normAutofit/>
          </a:bodyPr>
          <a:lstStyle/>
          <a:p>
            <a:pPr>
              <a:spcBef>
                <a:spcPct val="0"/>
              </a:spcBef>
              <a:spcAft>
                <a:spcPts val="600"/>
              </a:spcAft>
            </a:pPr>
            <a:r>
              <a:rPr lang="en-US" sz="24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target audience:</a:t>
            </a:r>
          </a:p>
        </p:txBody>
      </p:sp>
      <p:sp>
        <p:nvSpPr>
          <p:cNvPr id="8" name="TextBox 7">
            <a:extLst>
              <a:ext uri="{FF2B5EF4-FFF2-40B4-BE49-F238E27FC236}">
                <a16:creationId xmlns:a16="http://schemas.microsoft.com/office/drawing/2014/main" id="{1E86A6D2-F524-9B20-9EB0-A3213C8A9045}"/>
              </a:ext>
            </a:extLst>
          </p:cNvPr>
          <p:cNvSpPr txBox="1"/>
          <p:nvPr/>
        </p:nvSpPr>
        <p:spPr>
          <a:xfrm>
            <a:off x="573462" y="3271989"/>
            <a:ext cx="5347855" cy="2339102"/>
          </a:xfrm>
          <a:prstGeom prst="rect">
            <a:avLst/>
          </a:prstGeom>
          <a:noFill/>
        </p:spPr>
        <p:txBody>
          <a:bodyPr wrap="square" rtlCol="0">
            <a:spAutoFit/>
          </a:bodyPr>
          <a:lstStyle/>
          <a:p>
            <a:pPr marL="285750" indent="-285750">
              <a:buFont typeface="Arial" panose="020B0604020202020204" pitchFamily="34" charset="0"/>
              <a:buChar char="•"/>
            </a:pPr>
            <a:r>
              <a:rPr lang="en-US" sz="1600" dirty="0"/>
              <a:t>Gen Z and Millennials</a:t>
            </a:r>
          </a:p>
          <a:p>
            <a:pPr marL="285750" indent="-285750">
              <a:buFont typeface="Arial" panose="020B0604020202020204" pitchFamily="34" charset="0"/>
              <a:buChar char="•"/>
            </a:pPr>
            <a:r>
              <a:rPr lang="en-US" sz="1600" dirty="0"/>
              <a:t>In America in 2020, 48% of young adults and teenagers could not list any ghettos or concentration camps </a:t>
            </a:r>
          </a:p>
          <a:p>
            <a:pPr marL="285750" indent="-285750">
              <a:buFont typeface="Arial" panose="020B0604020202020204" pitchFamily="34" charset="0"/>
              <a:buChar char="•"/>
            </a:pPr>
            <a:r>
              <a:rPr lang="en-US" sz="1600" dirty="0"/>
              <a:t>The same type of study was conducted in 4 other countries: United Kingdom, France, Austria, Canada</a:t>
            </a:r>
          </a:p>
          <a:p>
            <a:pPr marL="742950" lvl="1" indent="-285750">
              <a:buFont typeface="Arial" panose="020B0604020202020204" pitchFamily="34" charset="0"/>
              <a:buChar char="•"/>
            </a:pPr>
            <a:r>
              <a:rPr lang="en-US" sz="1600" dirty="0"/>
              <a:t>They yielded similar results   </a:t>
            </a:r>
          </a:p>
          <a:p>
            <a:pPr marL="285750" indent="-285750">
              <a:buFont typeface="Arial" panose="020B0604020202020204" pitchFamily="34" charset="0"/>
              <a:buChar char="•"/>
            </a:pPr>
            <a:endParaRPr lang="en-US" dirty="0"/>
          </a:p>
        </p:txBody>
      </p:sp>
      <p:pic>
        <p:nvPicPr>
          <p:cNvPr id="14" name="Audio 13">
            <a:hlinkClick r:id="" action="ppaction://media"/>
            <a:extLst>
              <a:ext uri="{FF2B5EF4-FFF2-40B4-BE49-F238E27FC236}">
                <a16:creationId xmlns:a16="http://schemas.microsoft.com/office/drawing/2014/main" id="{1D390590-F049-72A7-D43C-0797B62A46E3}"/>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25931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92394">
        <p159:morph option="byObject"/>
      </p:transition>
    </mc:Choice>
    <mc:Fallback xmlns="">
      <p:transition spd="slow" advTm="9239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5">
            <a:alphaModFix amt="38417"/>
            <a:lum/>
          </a:blip>
          <a:srcRect/>
          <a:stretch>
            <a:fillRect t="-13000" b="-13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40C87EF-CEEA-512E-1CBF-D21FCEAE458D}"/>
              </a:ext>
            </a:extLst>
          </p:cNvPr>
          <p:cNvSpPr txBox="1"/>
          <p:nvPr/>
        </p:nvSpPr>
        <p:spPr>
          <a:xfrm>
            <a:off x="0" y="6410075"/>
            <a:ext cx="3124200" cy="230832"/>
          </a:xfrm>
          <a:prstGeom prst="rect">
            <a:avLst/>
          </a:prstGeom>
          <a:noFill/>
        </p:spPr>
        <p:txBody>
          <a:bodyPr wrap="square" rtlCol="0">
            <a:spAutoFit/>
          </a:bodyPr>
          <a:lstStyle/>
          <a:p>
            <a:r>
              <a:rPr lang="en-US" sz="900" dirty="0">
                <a:solidFill>
                  <a:schemeClr val="accent1">
                    <a:lumMod val="75000"/>
                  </a:schemeClr>
                </a:solidFill>
              </a:rPr>
              <a:t>Photo credit: USHMM no. 39064 </a:t>
            </a:r>
          </a:p>
        </p:txBody>
      </p:sp>
      <p:sp>
        <p:nvSpPr>
          <p:cNvPr id="9" name="TextBox 8">
            <a:extLst>
              <a:ext uri="{FF2B5EF4-FFF2-40B4-BE49-F238E27FC236}">
                <a16:creationId xmlns:a16="http://schemas.microsoft.com/office/drawing/2014/main" id="{F17E9013-6F5A-6E89-2500-7ACE3F6BF334}"/>
              </a:ext>
            </a:extLst>
          </p:cNvPr>
          <p:cNvSpPr txBox="1"/>
          <p:nvPr/>
        </p:nvSpPr>
        <p:spPr>
          <a:xfrm>
            <a:off x="0" y="6573729"/>
            <a:ext cx="6097978" cy="230832"/>
          </a:xfrm>
          <a:prstGeom prst="rect">
            <a:avLst/>
          </a:prstGeom>
          <a:noFill/>
        </p:spPr>
        <p:txBody>
          <a:bodyPr wrap="square">
            <a:spAutoFit/>
          </a:bodyPr>
          <a:lstStyle/>
          <a:p>
            <a:r>
              <a:rPr lang="en-US" sz="900" dirty="0">
                <a:solidFill>
                  <a:schemeClr val="accent1">
                    <a:lumMod val="75000"/>
                  </a:schemeClr>
                </a:solidFill>
                <a:effectLst/>
                <a:ea typeface="Calibri" panose="020F0502020204030204" pitchFamily="34" charset="0"/>
              </a:rPr>
              <a:t>Forced laborers constructing the wall around the Krakow ghetto </a:t>
            </a:r>
            <a:endParaRPr lang="en-US" sz="900" dirty="0">
              <a:solidFill>
                <a:schemeClr val="accent1">
                  <a:lumMod val="75000"/>
                </a:schemeClr>
              </a:solidFill>
            </a:endParaRPr>
          </a:p>
        </p:txBody>
      </p:sp>
      <p:sp>
        <p:nvSpPr>
          <p:cNvPr id="11" name="TextBox 10">
            <a:extLst>
              <a:ext uri="{FF2B5EF4-FFF2-40B4-BE49-F238E27FC236}">
                <a16:creationId xmlns:a16="http://schemas.microsoft.com/office/drawing/2014/main" id="{6FE0E18B-FE96-68E6-8C42-494D58E37B24}"/>
              </a:ext>
            </a:extLst>
          </p:cNvPr>
          <p:cNvSpPr txBox="1"/>
          <p:nvPr/>
        </p:nvSpPr>
        <p:spPr>
          <a:xfrm>
            <a:off x="573462" y="332509"/>
            <a:ext cx="5778901" cy="638300"/>
          </a:xfrm>
          <a:prstGeom prst="rect">
            <a:avLst/>
          </a:prstGeom>
        </p:spPr>
        <p:txBody>
          <a:bodyPr vert="horz" lIns="91440" tIns="45720" rIns="91440" bIns="45720" rtlCol="0" anchor="b">
            <a:normAutofit/>
          </a:bodyPr>
          <a:lstStyle/>
          <a:p>
            <a:pPr>
              <a:spcBef>
                <a:spcPct val="0"/>
              </a:spcBef>
              <a:spcAft>
                <a:spcPts val="600"/>
              </a:spcAft>
            </a:pPr>
            <a:r>
              <a:rPr lang="en-US" sz="2400" cap="all" dirty="0">
                <a:ln w="3175" cmpd="sng">
                  <a:noFill/>
                </a:ln>
                <a:solidFill>
                  <a:schemeClr val="bg1"/>
                </a:solidFill>
                <a:effectLst>
                  <a:outerShdw blurRad="28575" dist="31750" dir="13200000" algn="tl" rotWithShape="0">
                    <a:srgbClr val="000000">
                      <a:alpha val="25000"/>
                    </a:srgbClr>
                  </a:outerShdw>
                </a:effectLst>
                <a:latin typeface="+mj-lt"/>
                <a:ea typeface="+mj-ea"/>
                <a:cs typeface="+mj-cs"/>
              </a:rPr>
              <a:t>Part One: Ghettoization </a:t>
            </a:r>
          </a:p>
        </p:txBody>
      </p:sp>
      <p:sp>
        <p:nvSpPr>
          <p:cNvPr id="13" name="TextBox 12">
            <a:extLst>
              <a:ext uri="{FF2B5EF4-FFF2-40B4-BE49-F238E27FC236}">
                <a16:creationId xmlns:a16="http://schemas.microsoft.com/office/drawing/2014/main" id="{35154ECF-63E7-347A-3C4B-8A9CFBC9102D}"/>
              </a:ext>
            </a:extLst>
          </p:cNvPr>
          <p:cNvSpPr txBox="1"/>
          <p:nvPr/>
        </p:nvSpPr>
        <p:spPr>
          <a:xfrm>
            <a:off x="700644" y="1377538"/>
            <a:ext cx="10022774" cy="2062103"/>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Brief background of Adolf Hitler’s rise to power as chancellor of the Third Reich</a:t>
            </a:r>
          </a:p>
          <a:p>
            <a:pPr marL="285750" indent="-285750">
              <a:buFont typeface="Arial" panose="020B0604020202020204" pitchFamily="34" charset="0"/>
              <a:buChar char="•"/>
            </a:pPr>
            <a:r>
              <a:rPr lang="en-US" sz="1600" dirty="0">
                <a:solidFill>
                  <a:schemeClr val="bg1"/>
                </a:solidFill>
              </a:rPr>
              <a:t>Start of World War Two and the Nazi invasion of Poland</a:t>
            </a:r>
          </a:p>
          <a:p>
            <a:pPr marL="285750" indent="-285750">
              <a:buFont typeface="Arial" panose="020B0604020202020204" pitchFamily="34" charset="0"/>
              <a:buChar char="•"/>
            </a:pPr>
            <a:r>
              <a:rPr lang="en-US" sz="1600" dirty="0">
                <a:solidFill>
                  <a:schemeClr val="bg1"/>
                </a:solidFill>
              </a:rPr>
              <a:t>Actions taken against the Jews </a:t>
            </a:r>
          </a:p>
          <a:p>
            <a:pPr marL="742950" lvl="1" indent="-285750">
              <a:buFont typeface="Arial" panose="020B0604020202020204" pitchFamily="34" charset="0"/>
              <a:buChar char="•"/>
            </a:pPr>
            <a:r>
              <a:rPr lang="en-US" sz="1600" dirty="0">
                <a:solidFill>
                  <a:schemeClr val="bg1"/>
                </a:solidFill>
              </a:rPr>
              <a:t>Ghettoization </a:t>
            </a:r>
          </a:p>
          <a:p>
            <a:pPr marL="742950" lvl="1" indent="-285750">
              <a:buFont typeface="Arial" panose="020B0604020202020204" pitchFamily="34" charset="0"/>
              <a:buChar char="•"/>
            </a:pPr>
            <a:r>
              <a:rPr lang="en-US" sz="1600" dirty="0">
                <a:solidFill>
                  <a:schemeClr val="bg1"/>
                </a:solidFill>
              </a:rPr>
              <a:t>The rise of the Jewish underground and resistance movements </a:t>
            </a:r>
          </a:p>
          <a:p>
            <a:pPr marL="1200150" lvl="2" indent="-285750">
              <a:buFont typeface="Arial" panose="020B0604020202020204" pitchFamily="34" charset="0"/>
              <a:buChar char="•"/>
            </a:pPr>
            <a:r>
              <a:rPr lang="en-US" sz="1600" dirty="0">
                <a:solidFill>
                  <a:schemeClr val="bg1"/>
                </a:solidFill>
              </a:rPr>
              <a:t>smuggling weapons </a:t>
            </a:r>
          </a:p>
          <a:p>
            <a:pPr marL="1200150" lvl="2" indent="-285750">
              <a:buFont typeface="Arial" panose="020B0604020202020204" pitchFamily="34" charset="0"/>
              <a:buChar char="•"/>
            </a:pPr>
            <a:r>
              <a:rPr lang="en-US" sz="1600" dirty="0">
                <a:solidFill>
                  <a:schemeClr val="bg1"/>
                </a:solidFill>
              </a:rPr>
              <a:t>encourage fighting</a:t>
            </a:r>
          </a:p>
          <a:p>
            <a:pPr marL="1200150" lvl="2" indent="-285750">
              <a:buFont typeface="Arial" panose="020B0604020202020204" pitchFamily="34" charset="0"/>
              <a:buChar char="•"/>
            </a:pPr>
            <a:r>
              <a:rPr lang="en-US" sz="1600" dirty="0">
                <a:solidFill>
                  <a:schemeClr val="bg1"/>
                </a:solidFill>
              </a:rPr>
              <a:t>ignoring Nazi orders</a:t>
            </a:r>
          </a:p>
        </p:txBody>
      </p:sp>
      <p:pic>
        <p:nvPicPr>
          <p:cNvPr id="14" name="Audio 13">
            <a:hlinkClick r:id="" action="ppaction://media"/>
            <a:extLst>
              <a:ext uri="{FF2B5EF4-FFF2-40B4-BE49-F238E27FC236}">
                <a16:creationId xmlns:a16="http://schemas.microsoft.com/office/drawing/2014/main" id="{A019C16F-1C3B-1F59-32E2-768022E7570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264754915"/>
      </p:ext>
    </p:extLst>
  </p:cSld>
  <p:clrMapOvr>
    <a:masterClrMapping/>
  </p:clrMapOvr>
  <mc:AlternateContent xmlns:mc="http://schemas.openxmlformats.org/markup-compatibility/2006" xmlns:p14="http://schemas.microsoft.com/office/powerpoint/2010/main">
    <mc:Choice Requires="p14">
      <p:transition spd="slow" p14:dur="2000" advTm="50325"/>
    </mc:Choice>
    <mc:Fallback xmlns="">
      <p:transition spd="slow" advTm="503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5">
            <a:duotone>
              <a:schemeClr val="bg2">
                <a:shade val="28000"/>
                <a:satMod val="94000"/>
                <a:lumMod val="20000"/>
              </a:schemeClr>
              <a:schemeClr val="bg2">
                <a:tint val="94000"/>
                <a:shade val="84000"/>
                <a:satMod val="148000"/>
                <a:lumMod val="114000"/>
              </a:schemeClr>
            </a:duotone>
          </a:blip>
          <a:stretch/>
        </a:blip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C809178-18EC-4F14-82C0-293EC9D14B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5B7D8C9-26D3-1E78-3A95-39514B27A04A}"/>
              </a:ext>
            </a:extLst>
          </p:cNvPr>
          <p:cNvSpPr txBox="1"/>
          <p:nvPr/>
        </p:nvSpPr>
        <p:spPr>
          <a:xfrm>
            <a:off x="-804928" y="5296959"/>
            <a:ext cx="8676222" cy="1066801"/>
          </a:xfrm>
          <a:prstGeom prst="rect">
            <a:avLst/>
          </a:prstGeom>
        </p:spPr>
        <p:txBody>
          <a:bodyPr vert="horz" lIns="91440" tIns="45720" rIns="91440" bIns="45720" rtlCol="0" anchor="b">
            <a:normAutofit/>
          </a:bodyPr>
          <a:lstStyle/>
          <a:p>
            <a:pPr algn="ctr">
              <a:spcBef>
                <a:spcPct val="0"/>
              </a:spcBef>
              <a:spcAft>
                <a:spcPts val="600"/>
              </a:spcAft>
            </a:pPr>
            <a:r>
              <a:rPr lang="en-US" sz="4800" cap="all" dirty="0" err="1">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Frumka</a:t>
            </a:r>
            <a:r>
              <a:rPr lang="en-US" sz="48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 </a:t>
            </a:r>
            <a:r>
              <a:rPr lang="en-US" sz="4800" cap="all" dirty="0" err="1">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Plotnicka</a:t>
            </a:r>
            <a:r>
              <a:rPr lang="en-US" sz="48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 </a:t>
            </a:r>
          </a:p>
        </p:txBody>
      </p:sp>
      <p:pic>
        <p:nvPicPr>
          <p:cNvPr id="19" name="Picture 18" descr="A close-up of a person&#10;&#10;Description automatically generated">
            <a:extLst>
              <a:ext uri="{FF2B5EF4-FFF2-40B4-BE49-F238E27FC236}">
                <a16:creationId xmlns:a16="http://schemas.microsoft.com/office/drawing/2014/main" id="{B5561408-EE52-B2F0-B3E0-D1CC87C1207A}"/>
              </a:ext>
            </a:extLst>
          </p:cNvPr>
          <p:cNvPicPr>
            <a:picLocks noChangeAspect="1"/>
          </p:cNvPicPr>
          <p:nvPr/>
        </p:nvPicPr>
        <p:blipFill rotWithShape="1">
          <a:blip r:embed="rId6"/>
          <a:srcRect t="4994"/>
          <a:stretch/>
        </p:blipFill>
        <p:spPr>
          <a:xfrm>
            <a:off x="182552" y="180020"/>
            <a:ext cx="3294806" cy="4304356"/>
          </a:xfrm>
          <a:prstGeom prst="rect">
            <a:avLst/>
          </a:prstGeom>
        </p:spPr>
      </p:pic>
      <p:pic>
        <p:nvPicPr>
          <p:cNvPr id="4" name="Picture 3" descr="Text&#10;&#10;Description automatically generated">
            <a:extLst>
              <a:ext uri="{FF2B5EF4-FFF2-40B4-BE49-F238E27FC236}">
                <a16:creationId xmlns:a16="http://schemas.microsoft.com/office/drawing/2014/main" id="{BF30F371-6DBB-4438-55FF-F7E3CD9A83EA}"/>
              </a:ext>
            </a:extLst>
          </p:cNvPr>
          <p:cNvPicPr>
            <a:picLocks noChangeAspect="1"/>
          </p:cNvPicPr>
          <p:nvPr/>
        </p:nvPicPr>
        <p:blipFill>
          <a:blip r:embed="rId7"/>
          <a:stretch>
            <a:fillRect/>
          </a:stretch>
        </p:blipFill>
        <p:spPr>
          <a:xfrm>
            <a:off x="3830155" y="456973"/>
            <a:ext cx="2642196" cy="3750451"/>
          </a:xfrm>
          <a:prstGeom prst="rect">
            <a:avLst/>
          </a:prstGeom>
        </p:spPr>
      </p:pic>
      <p:pic>
        <p:nvPicPr>
          <p:cNvPr id="6" name="Picture 5" descr="Text&#10;&#10;Description automatically generated with medium confidence">
            <a:extLst>
              <a:ext uri="{FF2B5EF4-FFF2-40B4-BE49-F238E27FC236}">
                <a16:creationId xmlns:a16="http://schemas.microsoft.com/office/drawing/2014/main" id="{68D6222F-7AE1-B62F-8556-2D389171E580}"/>
              </a:ext>
            </a:extLst>
          </p:cNvPr>
          <p:cNvPicPr>
            <a:picLocks noChangeAspect="1"/>
          </p:cNvPicPr>
          <p:nvPr/>
        </p:nvPicPr>
        <p:blipFill rotWithShape="1">
          <a:blip r:embed="rId8"/>
          <a:srcRect b="46632"/>
          <a:stretch/>
        </p:blipFill>
        <p:spPr>
          <a:xfrm>
            <a:off x="6609833" y="3550385"/>
            <a:ext cx="1947834" cy="1463994"/>
          </a:xfrm>
          <a:prstGeom prst="rect">
            <a:avLst/>
          </a:prstGeom>
        </p:spPr>
      </p:pic>
      <p:pic>
        <p:nvPicPr>
          <p:cNvPr id="8" name="Picture 7" descr="A picture containing brick, stone&#10;&#10;Description automatically generated">
            <a:extLst>
              <a:ext uri="{FF2B5EF4-FFF2-40B4-BE49-F238E27FC236}">
                <a16:creationId xmlns:a16="http://schemas.microsoft.com/office/drawing/2014/main" id="{91C7ADC6-24B6-CB8A-498A-A691D0568E34}"/>
              </a:ext>
            </a:extLst>
          </p:cNvPr>
          <p:cNvPicPr>
            <a:picLocks noChangeAspect="1"/>
          </p:cNvPicPr>
          <p:nvPr/>
        </p:nvPicPr>
        <p:blipFill>
          <a:blip r:embed="rId9"/>
          <a:stretch>
            <a:fillRect/>
          </a:stretch>
        </p:blipFill>
        <p:spPr>
          <a:xfrm>
            <a:off x="8960131" y="3489560"/>
            <a:ext cx="2159000" cy="2743200"/>
          </a:xfrm>
          <a:prstGeom prst="rect">
            <a:avLst/>
          </a:prstGeom>
        </p:spPr>
      </p:pic>
      <p:sp>
        <p:nvSpPr>
          <p:cNvPr id="17" name="TextBox 16">
            <a:extLst>
              <a:ext uri="{FF2B5EF4-FFF2-40B4-BE49-F238E27FC236}">
                <a16:creationId xmlns:a16="http://schemas.microsoft.com/office/drawing/2014/main" id="{263DBD06-B0E7-4920-94EE-99CDC3D87C39}"/>
              </a:ext>
            </a:extLst>
          </p:cNvPr>
          <p:cNvSpPr txBox="1"/>
          <p:nvPr/>
        </p:nvSpPr>
        <p:spPr>
          <a:xfrm>
            <a:off x="3338753" y="4194303"/>
            <a:ext cx="2402111" cy="230832"/>
          </a:xfrm>
          <a:prstGeom prst="rect">
            <a:avLst/>
          </a:prstGeom>
          <a:noFill/>
        </p:spPr>
        <p:txBody>
          <a:bodyPr wrap="square" rtlCol="0">
            <a:spAutoFit/>
          </a:bodyPr>
          <a:lstStyle/>
          <a:p>
            <a:pPr algn="ctr"/>
            <a:r>
              <a:rPr lang="en-US" sz="900" i="1" dirty="0"/>
              <a:t>The last letter from </a:t>
            </a:r>
            <a:r>
              <a:rPr lang="en-US" sz="900" i="1" dirty="0" err="1"/>
              <a:t>Będzin</a:t>
            </a:r>
            <a:endParaRPr lang="en-US" sz="900" i="1" dirty="0"/>
          </a:p>
        </p:txBody>
      </p:sp>
      <p:sp>
        <p:nvSpPr>
          <p:cNvPr id="24" name="TextBox 23">
            <a:extLst>
              <a:ext uri="{FF2B5EF4-FFF2-40B4-BE49-F238E27FC236}">
                <a16:creationId xmlns:a16="http://schemas.microsoft.com/office/drawing/2014/main" id="{936B6930-F59A-E66D-FE12-D8663784E7A8}"/>
              </a:ext>
            </a:extLst>
          </p:cNvPr>
          <p:cNvSpPr txBox="1"/>
          <p:nvPr/>
        </p:nvSpPr>
        <p:spPr>
          <a:xfrm>
            <a:off x="7475954" y="3032781"/>
            <a:ext cx="3703074" cy="538609"/>
          </a:xfrm>
          <a:prstGeom prst="rect">
            <a:avLst/>
          </a:prstGeom>
          <a:noFill/>
        </p:spPr>
        <p:txBody>
          <a:bodyPr wrap="square">
            <a:spAutoFit/>
          </a:bodyPr>
          <a:lstStyle/>
          <a:p>
            <a:r>
              <a:rPr lang="en-US" sz="900" b="0" i="1" dirty="0">
                <a:effectLst/>
              </a:rPr>
              <a:t>Warsaw, Poland, Unearthing of the hidden "</a:t>
            </a:r>
            <a:r>
              <a:rPr lang="en-US" sz="900" b="0" i="1" dirty="0" err="1">
                <a:effectLst/>
              </a:rPr>
              <a:t>Oneg</a:t>
            </a:r>
            <a:r>
              <a:rPr lang="en-US" sz="900" b="0" i="1" dirty="0">
                <a:effectLst/>
              </a:rPr>
              <a:t> Shabbat" archives after the war</a:t>
            </a:r>
          </a:p>
          <a:p>
            <a:pPr algn="ctr"/>
            <a:endParaRPr lang="en-US" sz="1100" i="1" dirty="0"/>
          </a:p>
        </p:txBody>
      </p:sp>
      <p:sp>
        <p:nvSpPr>
          <p:cNvPr id="26" name="TextBox 25">
            <a:extLst>
              <a:ext uri="{FF2B5EF4-FFF2-40B4-BE49-F238E27FC236}">
                <a16:creationId xmlns:a16="http://schemas.microsoft.com/office/drawing/2014/main" id="{A0F2ED33-7EB6-5398-D513-8F5C034A4459}"/>
              </a:ext>
            </a:extLst>
          </p:cNvPr>
          <p:cNvSpPr txBox="1"/>
          <p:nvPr/>
        </p:nvSpPr>
        <p:spPr>
          <a:xfrm>
            <a:off x="8836905" y="6188400"/>
            <a:ext cx="2854966" cy="923330"/>
          </a:xfrm>
          <a:prstGeom prst="rect">
            <a:avLst/>
          </a:prstGeom>
          <a:noFill/>
        </p:spPr>
        <p:txBody>
          <a:bodyPr wrap="square">
            <a:spAutoFit/>
          </a:bodyPr>
          <a:lstStyle/>
          <a:p>
            <a:r>
              <a:rPr lang="en-US" sz="900" i="1" dirty="0">
                <a:effectLst/>
              </a:rPr>
              <a:t>One of the milk cans used by Warsaw </a:t>
            </a:r>
            <a:r>
              <a:rPr lang="en-US" sz="900" i="1" dirty="0"/>
              <a:t>ghetto historian </a:t>
            </a:r>
            <a:r>
              <a:rPr lang="en-US" sz="900" i="1" dirty="0">
                <a:effectLst/>
              </a:rPr>
              <a:t>Emanuel </a:t>
            </a:r>
            <a:r>
              <a:rPr lang="en-US" sz="900" i="1" dirty="0" err="1">
                <a:effectLst/>
              </a:rPr>
              <a:t>Ringelblum</a:t>
            </a:r>
            <a:r>
              <a:rPr lang="en-US" sz="900" i="1" dirty="0">
                <a:effectLst/>
              </a:rPr>
              <a:t> to store and preserve the secret "</a:t>
            </a:r>
            <a:r>
              <a:rPr lang="en-US" sz="900" i="1" dirty="0" err="1">
                <a:effectLst/>
              </a:rPr>
              <a:t>Oneg</a:t>
            </a:r>
            <a:r>
              <a:rPr lang="en-US" sz="900" i="1" dirty="0">
                <a:effectLst/>
              </a:rPr>
              <a:t> Shabbat" ghetto archives</a:t>
            </a:r>
          </a:p>
          <a:p>
            <a:pPr algn="ctr"/>
            <a:endParaRPr lang="en-US" sz="1800" i="1" dirty="0"/>
          </a:p>
        </p:txBody>
      </p:sp>
      <p:sp>
        <p:nvSpPr>
          <p:cNvPr id="15" name="TextBox 14">
            <a:extLst>
              <a:ext uri="{FF2B5EF4-FFF2-40B4-BE49-F238E27FC236}">
                <a16:creationId xmlns:a16="http://schemas.microsoft.com/office/drawing/2014/main" id="{1ED77623-4A5D-59D9-58D4-499FD17565A1}"/>
              </a:ext>
            </a:extLst>
          </p:cNvPr>
          <p:cNvSpPr txBox="1"/>
          <p:nvPr/>
        </p:nvSpPr>
        <p:spPr>
          <a:xfrm>
            <a:off x="136412" y="4433387"/>
            <a:ext cx="3503276" cy="369332"/>
          </a:xfrm>
          <a:prstGeom prst="rect">
            <a:avLst/>
          </a:prstGeom>
          <a:noFill/>
        </p:spPr>
        <p:txBody>
          <a:bodyPr wrap="square" rtlCol="0">
            <a:spAutoFit/>
          </a:bodyPr>
          <a:lstStyle/>
          <a:p>
            <a:r>
              <a:rPr lang="en-US" sz="900" i="1" dirty="0" err="1">
                <a:effectLst/>
                <a:ea typeface="Calibri" panose="020F0502020204030204" pitchFamily="34" charset="0"/>
              </a:rPr>
              <a:t>Frumka</a:t>
            </a:r>
            <a:r>
              <a:rPr lang="en-US" sz="900" i="1" dirty="0">
                <a:effectLst/>
                <a:ea typeface="Calibri" panose="020F0502020204030204" pitchFamily="34" charset="0"/>
              </a:rPr>
              <a:t> </a:t>
            </a:r>
            <a:r>
              <a:rPr lang="en-US" sz="900" i="1" dirty="0" err="1">
                <a:effectLst/>
                <a:ea typeface="Calibri" panose="020F0502020204030204" pitchFamily="34" charset="0"/>
              </a:rPr>
              <a:t>Plotnicka</a:t>
            </a:r>
            <a:r>
              <a:rPr lang="en-US" sz="900" i="1" dirty="0">
                <a:effectLst/>
                <a:ea typeface="Calibri" panose="020F0502020204030204" pitchFamily="34" charset="0"/>
              </a:rPr>
              <a:t>, member of the </a:t>
            </a:r>
            <a:r>
              <a:rPr lang="en-US" sz="900" i="1" dirty="0" err="1">
                <a:effectLst/>
                <a:ea typeface="Calibri" panose="020F0502020204030204" pitchFamily="34" charset="0"/>
              </a:rPr>
              <a:t>Dror</a:t>
            </a:r>
            <a:r>
              <a:rPr lang="en-US" sz="900" i="1" dirty="0">
                <a:effectLst/>
                <a:ea typeface="Calibri" panose="020F0502020204030204" pitchFamily="34" charset="0"/>
              </a:rPr>
              <a:t> youth movement and the Jewish Fighting Organization in the Warsaw ghetto</a:t>
            </a:r>
            <a:r>
              <a:rPr lang="en-US" sz="900" i="1" dirty="0">
                <a:effectLst/>
              </a:rPr>
              <a:t> </a:t>
            </a:r>
            <a:endParaRPr lang="en-US" sz="900" i="1" dirty="0"/>
          </a:p>
        </p:txBody>
      </p:sp>
      <p:sp>
        <p:nvSpPr>
          <p:cNvPr id="3" name="TextBox 2">
            <a:extLst>
              <a:ext uri="{FF2B5EF4-FFF2-40B4-BE49-F238E27FC236}">
                <a16:creationId xmlns:a16="http://schemas.microsoft.com/office/drawing/2014/main" id="{CE8B68A1-5C48-8C58-2C65-C6787EFB84D7}"/>
              </a:ext>
            </a:extLst>
          </p:cNvPr>
          <p:cNvSpPr txBox="1"/>
          <p:nvPr/>
        </p:nvSpPr>
        <p:spPr>
          <a:xfrm>
            <a:off x="8691924" y="3283236"/>
            <a:ext cx="323165" cy="2163143"/>
          </a:xfrm>
          <a:prstGeom prst="rect">
            <a:avLst/>
          </a:prstGeom>
          <a:noFill/>
        </p:spPr>
        <p:txBody>
          <a:bodyPr vert="vert270" wrap="square" rtlCol="0">
            <a:spAutoFit/>
          </a:bodyPr>
          <a:lstStyle/>
          <a:p>
            <a:r>
              <a:rPr lang="en-US" sz="900" dirty="0"/>
              <a:t>Photo credit: USHMM no. N02423 </a:t>
            </a:r>
          </a:p>
        </p:txBody>
      </p:sp>
      <p:sp>
        <p:nvSpPr>
          <p:cNvPr id="5" name="TextBox 4">
            <a:extLst>
              <a:ext uri="{FF2B5EF4-FFF2-40B4-BE49-F238E27FC236}">
                <a16:creationId xmlns:a16="http://schemas.microsoft.com/office/drawing/2014/main" id="{42805171-D42E-5692-3646-929043551E99}"/>
              </a:ext>
            </a:extLst>
          </p:cNvPr>
          <p:cNvSpPr txBox="1"/>
          <p:nvPr/>
        </p:nvSpPr>
        <p:spPr>
          <a:xfrm>
            <a:off x="-48771" y="-41807"/>
            <a:ext cx="323165" cy="3325043"/>
          </a:xfrm>
          <a:prstGeom prst="rect">
            <a:avLst/>
          </a:prstGeom>
          <a:noFill/>
        </p:spPr>
        <p:txBody>
          <a:bodyPr vert="vert270" wrap="square" rtlCol="0">
            <a:spAutoFit/>
          </a:bodyPr>
          <a:lstStyle/>
          <a:p>
            <a:r>
              <a:rPr lang="en-US" sz="900" i="1" dirty="0"/>
              <a:t>Photo credit: Ghetto Fighters Museum catalog no. 1261 </a:t>
            </a:r>
          </a:p>
        </p:txBody>
      </p:sp>
      <p:sp>
        <p:nvSpPr>
          <p:cNvPr id="7" name="TextBox 6">
            <a:extLst>
              <a:ext uri="{FF2B5EF4-FFF2-40B4-BE49-F238E27FC236}">
                <a16:creationId xmlns:a16="http://schemas.microsoft.com/office/drawing/2014/main" id="{ECF5DBA1-00AC-867A-2CA6-34C3BA81BFFB}"/>
              </a:ext>
            </a:extLst>
          </p:cNvPr>
          <p:cNvSpPr txBox="1"/>
          <p:nvPr/>
        </p:nvSpPr>
        <p:spPr>
          <a:xfrm>
            <a:off x="3567956" y="334983"/>
            <a:ext cx="323165" cy="2301056"/>
          </a:xfrm>
          <a:prstGeom prst="rect">
            <a:avLst/>
          </a:prstGeom>
          <a:noFill/>
        </p:spPr>
        <p:txBody>
          <a:bodyPr vert="vert270" wrap="square" rtlCol="0">
            <a:spAutoFit/>
          </a:bodyPr>
          <a:lstStyle/>
          <a:p>
            <a:r>
              <a:rPr lang="en-US" sz="900" i="1" dirty="0"/>
              <a:t>Photo credit: Jewish Historical Institute </a:t>
            </a:r>
          </a:p>
        </p:txBody>
      </p:sp>
      <p:sp>
        <p:nvSpPr>
          <p:cNvPr id="9" name="TextBox 8">
            <a:extLst>
              <a:ext uri="{FF2B5EF4-FFF2-40B4-BE49-F238E27FC236}">
                <a16:creationId xmlns:a16="http://schemas.microsoft.com/office/drawing/2014/main" id="{BA3BDD9A-FE62-9F4A-D656-765E4E5E6BCE}"/>
              </a:ext>
            </a:extLst>
          </p:cNvPr>
          <p:cNvSpPr txBox="1"/>
          <p:nvPr/>
        </p:nvSpPr>
        <p:spPr>
          <a:xfrm>
            <a:off x="7314896" y="119346"/>
            <a:ext cx="323165" cy="2424177"/>
          </a:xfrm>
          <a:prstGeom prst="rect">
            <a:avLst/>
          </a:prstGeom>
          <a:noFill/>
        </p:spPr>
        <p:txBody>
          <a:bodyPr vert="vert270" wrap="square" rtlCol="0">
            <a:spAutoFit/>
          </a:bodyPr>
          <a:lstStyle/>
          <a:p>
            <a:r>
              <a:rPr lang="en-US" sz="900" i="1" dirty="0"/>
              <a:t>Photo credit: Yad Vashem ID no. 11621 </a:t>
            </a:r>
          </a:p>
        </p:txBody>
      </p:sp>
      <p:pic>
        <p:nvPicPr>
          <p:cNvPr id="14" name="Audio 13">
            <a:hlinkClick r:id="" action="ppaction://media"/>
            <a:extLst>
              <a:ext uri="{FF2B5EF4-FFF2-40B4-BE49-F238E27FC236}">
                <a16:creationId xmlns:a16="http://schemas.microsoft.com/office/drawing/2014/main" id="{109C2A33-DAD0-17E6-778A-E11A2393E058}"/>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11226800" y="5892800"/>
            <a:ext cx="812800" cy="812800"/>
          </a:xfrm>
          <a:prstGeom prst="rect">
            <a:avLst/>
          </a:prstGeom>
        </p:spPr>
      </p:pic>
      <p:pic>
        <p:nvPicPr>
          <p:cNvPr id="20" name="Picture 19" descr="A picture containing outdoor, person, tent, stone&#10;&#10;Description automatically generated">
            <a:extLst>
              <a:ext uri="{FF2B5EF4-FFF2-40B4-BE49-F238E27FC236}">
                <a16:creationId xmlns:a16="http://schemas.microsoft.com/office/drawing/2014/main" id="{F2328CEF-E841-754E-0A85-65881747C4BA}"/>
              </a:ext>
            </a:extLst>
          </p:cNvPr>
          <p:cNvPicPr>
            <a:picLocks noChangeAspect="1"/>
          </p:cNvPicPr>
          <p:nvPr/>
        </p:nvPicPr>
        <p:blipFill>
          <a:blip r:embed="rId11"/>
          <a:stretch>
            <a:fillRect/>
          </a:stretch>
        </p:blipFill>
        <p:spPr>
          <a:xfrm>
            <a:off x="7583750" y="275734"/>
            <a:ext cx="3891849" cy="2710395"/>
          </a:xfrm>
          <a:prstGeom prst="rect">
            <a:avLst/>
          </a:prstGeom>
        </p:spPr>
      </p:pic>
    </p:spTree>
    <p:extLst>
      <p:ext uri="{BB962C8B-B14F-4D97-AF65-F5344CB8AC3E}">
        <p14:creationId xmlns:p14="http://schemas.microsoft.com/office/powerpoint/2010/main" val="2914532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2928">
        <p159:morph option="byObject"/>
      </p:transition>
    </mc:Choice>
    <mc:Fallback xmlns="">
      <p:transition spd="slow" advTm="7292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grass, tree, outdoor, field&#10;&#10;Description automatically generated">
            <a:extLst>
              <a:ext uri="{FF2B5EF4-FFF2-40B4-BE49-F238E27FC236}">
                <a16:creationId xmlns:a16="http://schemas.microsoft.com/office/drawing/2014/main" id="{C7C23DAC-2EC8-9563-333A-0CEAF0199A59}"/>
              </a:ext>
            </a:extLst>
          </p:cNvPr>
          <p:cNvPicPr>
            <a:picLocks noChangeAspect="1"/>
          </p:cNvPicPr>
          <p:nvPr/>
        </p:nvPicPr>
        <p:blipFill rotWithShape="1">
          <a:blip r:embed="rId5"/>
          <a:srcRect t="13206" r="20315" b="21736"/>
          <a:stretch/>
        </p:blipFill>
        <p:spPr>
          <a:xfrm>
            <a:off x="243114" y="143069"/>
            <a:ext cx="3603457" cy="4304356"/>
          </a:xfrm>
          <a:prstGeom prst="rect">
            <a:avLst/>
          </a:prstGeom>
        </p:spPr>
      </p:pic>
      <p:sp>
        <p:nvSpPr>
          <p:cNvPr id="4" name="TextBox 3">
            <a:extLst>
              <a:ext uri="{FF2B5EF4-FFF2-40B4-BE49-F238E27FC236}">
                <a16:creationId xmlns:a16="http://schemas.microsoft.com/office/drawing/2014/main" id="{68996F02-7EFE-0C07-DC5C-9D0D5D5F47A9}"/>
              </a:ext>
            </a:extLst>
          </p:cNvPr>
          <p:cNvSpPr txBox="1"/>
          <p:nvPr/>
        </p:nvSpPr>
        <p:spPr>
          <a:xfrm>
            <a:off x="161582" y="4447425"/>
            <a:ext cx="3421128" cy="615553"/>
          </a:xfrm>
          <a:prstGeom prst="rect">
            <a:avLst/>
          </a:prstGeom>
          <a:noFill/>
        </p:spPr>
        <p:txBody>
          <a:bodyPr wrap="square" rtlCol="0">
            <a:spAutoFit/>
          </a:bodyPr>
          <a:lstStyle/>
          <a:p>
            <a:r>
              <a:rPr lang="en-US" sz="900" i="1" dirty="0" err="1">
                <a:effectLst/>
              </a:rPr>
              <a:t>Feigele</a:t>
            </a:r>
            <a:r>
              <a:rPr lang="en-US" sz="900" i="1" dirty="0">
                <a:effectLst/>
              </a:rPr>
              <a:t> </a:t>
            </a:r>
            <a:r>
              <a:rPr lang="en-US" sz="900" i="1" dirty="0" err="1">
                <a:effectLst/>
              </a:rPr>
              <a:t>Peltel</a:t>
            </a:r>
            <a:r>
              <a:rPr lang="en-US" sz="900" i="1" dirty="0">
                <a:effectLst/>
              </a:rPr>
              <a:t> (now </a:t>
            </a:r>
            <a:r>
              <a:rPr lang="en-US" sz="900" i="1" dirty="0" err="1">
                <a:effectLst/>
              </a:rPr>
              <a:t>Vladka</a:t>
            </a:r>
            <a:r>
              <a:rPr lang="en-US" sz="900" i="1" dirty="0">
                <a:effectLst/>
              </a:rPr>
              <a:t> </a:t>
            </a:r>
            <a:r>
              <a:rPr lang="en-US" sz="900" i="1" dirty="0" err="1">
                <a:effectLst/>
              </a:rPr>
              <a:t>Meed</a:t>
            </a:r>
            <a:r>
              <a:rPr lang="en-US" sz="900" i="1" dirty="0">
                <a:effectLst/>
              </a:rPr>
              <a:t>) on one of her missions as a courier for the Jewish underground.</a:t>
            </a:r>
          </a:p>
          <a:p>
            <a:pPr algn="ctr"/>
            <a:endParaRPr lang="en-US" sz="1600" i="1" dirty="0"/>
          </a:p>
        </p:txBody>
      </p:sp>
      <p:sp>
        <p:nvSpPr>
          <p:cNvPr id="8" name="TextBox 7">
            <a:extLst>
              <a:ext uri="{FF2B5EF4-FFF2-40B4-BE49-F238E27FC236}">
                <a16:creationId xmlns:a16="http://schemas.microsoft.com/office/drawing/2014/main" id="{F1288060-CCEE-F732-B0D3-FBAB9AAEB5A0}"/>
              </a:ext>
            </a:extLst>
          </p:cNvPr>
          <p:cNvSpPr txBox="1"/>
          <p:nvPr/>
        </p:nvSpPr>
        <p:spPr>
          <a:xfrm>
            <a:off x="31358" y="5167335"/>
            <a:ext cx="5979574" cy="940703"/>
          </a:xfrm>
          <a:prstGeom prst="rect">
            <a:avLst/>
          </a:prstGeom>
        </p:spPr>
        <p:txBody>
          <a:bodyPr vert="horz" lIns="91440" tIns="45720" rIns="91440" bIns="45720" rtlCol="0" anchor="b">
            <a:normAutofit/>
          </a:bodyPr>
          <a:lstStyle/>
          <a:p>
            <a:pPr algn="ctr">
              <a:spcBef>
                <a:spcPct val="0"/>
              </a:spcBef>
              <a:spcAft>
                <a:spcPts val="600"/>
              </a:spcAft>
            </a:pPr>
            <a:r>
              <a:rPr lang="en-US" sz="4800" cap="all" dirty="0" err="1">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Vladka</a:t>
            </a:r>
            <a:r>
              <a:rPr lang="en-US" sz="48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 </a:t>
            </a:r>
            <a:r>
              <a:rPr lang="en-US" sz="4800" cap="all" dirty="0" err="1">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Meed</a:t>
            </a:r>
            <a:r>
              <a:rPr lang="en-US" sz="48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 </a:t>
            </a:r>
          </a:p>
        </p:txBody>
      </p:sp>
      <p:pic>
        <p:nvPicPr>
          <p:cNvPr id="10" name="Picture 9" descr="A snake on the ground&#10;&#10;Description automatically generated with low confidence">
            <a:extLst>
              <a:ext uri="{FF2B5EF4-FFF2-40B4-BE49-F238E27FC236}">
                <a16:creationId xmlns:a16="http://schemas.microsoft.com/office/drawing/2014/main" id="{8546F525-9BA2-231F-FCCA-EE70A5A3309F}"/>
              </a:ext>
            </a:extLst>
          </p:cNvPr>
          <p:cNvPicPr>
            <a:picLocks noChangeAspect="1"/>
          </p:cNvPicPr>
          <p:nvPr/>
        </p:nvPicPr>
        <p:blipFill>
          <a:blip r:embed="rId6"/>
          <a:stretch>
            <a:fillRect/>
          </a:stretch>
        </p:blipFill>
        <p:spPr>
          <a:xfrm>
            <a:off x="4451565" y="509203"/>
            <a:ext cx="3851019" cy="2570137"/>
          </a:xfrm>
          <a:prstGeom prst="rect">
            <a:avLst/>
          </a:prstGeom>
        </p:spPr>
      </p:pic>
      <p:sp>
        <p:nvSpPr>
          <p:cNvPr id="13" name="TextBox 12">
            <a:extLst>
              <a:ext uri="{FF2B5EF4-FFF2-40B4-BE49-F238E27FC236}">
                <a16:creationId xmlns:a16="http://schemas.microsoft.com/office/drawing/2014/main" id="{CB50C19C-FB9D-4355-11A2-2138FB9010CF}"/>
              </a:ext>
            </a:extLst>
          </p:cNvPr>
          <p:cNvSpPr txBox="1"/>
          <p:nvPr/>
        </p:nvSpPr>
        <p:spPr>
          <a:xfrm>
            <a:off x="6053909" y="3557869"/>
            <a:ext cx="323165" cy="2767261"/>
          </a:xfrm>
          <a:prstGeom prst="rect">
            <a:avLst/>
          </a:prstGeom>
          <a:noFill/>
        </p:spPr>
        <p:txBody>
          <a:bodyPr vert="vert270" wrap="square" rtlCol="0">
            <a:spAutoFit/>
          </a:bodyPr>
          <a:lstStyle/>
          <a:p>
            <a:pPr algn="ctr"/>
            <a:r>
              <a:rPr lang="en-US" sz="900" i="1" dirty="0"/>
              <a:t>Courtesy of the USC Shoah Foundation</a:t>
            </a:r>
          </a:p>
        </p:txBody>
      </p:sp>
      <p:sp>
        <p:nvSpPr>
          <p:cNvPr id="5" name="TextBox 4">
            <a:extLst>
              <a:ext uri="{FF2B5EF4-FFF2-40B4-BE49-F238E27FC236}">
                <a16:creationId xmlns:a16="http://schemas.microsoft.com/office/drawing/2014/main" id="{6529DEDB-4CC8-2D62-AE01-5B48443A0E77}"/>
              </a:ext>
            </a:extLst>
          </p:cNvPr>
          <p:cNvSpPr txBox="1"/>
          <p:nvPr/>
        </p:nvSpPr>
        <p:spPr>
          <a:xfrm>
            <a:off x="0" y="0"/>
            <a:ext cx="323165" cy="1925518"/>
          </a:xfrm>
          <a:prstGeom prst="rect">
            <a:avLst/>
          </a:prstGeom>
          <a:noFill/>
        </p:spPr>
        <p:txBody>
          <a:bodyPr vert="vert270" wrap="square" rtlCol="0">
            <a:spAutoFit/>
          </a:bodyPr>
          <a:lstStyle/>
          <a:p>
            <a:r>
              <a:rPr lang="en-US" sz="900" i="1" dirty="0"/>
              <a:t>Photo credit: USHMM no. 02346 </a:t>
            </a:r>
          </a:p>
        </p:txBody>
      </p:sp>
      <p:sp>
        <p:nvSpPr>
          <p:cNvPr id="7" name="TextBox 6">
            <a:extLst>
              <a:ext uri="{FF2B5EF4-FFF2-40B4-BE49-F238E27FC236}">
                <a16:creationId xmlns:a16="http://schemas.microsoft.com/office/drawing/2014/main" id="{A059C34D-270B-505F-7C85-4E53868EEF14}"/>
              </a:ext>
            </a:extLst>
          </p:cNvPr>
          <p:cNvSpPr txBox="1"/>
          <p:nvPr/>
        </p:nvSpPr>
        <p:spPr>
          <a:xfrm>
            <a:off x="3999958" y="200852"/>
            <a:ext cx="461665" cy="2929695"/>
          </a:xfrm>
          <a:prstGeom prst="rect">
            <a:avLst/>
          </a:prstGeom>
          <a:noFill/>
        </p:spPr>
        <p:txBody>
          <a:bodyPr vert="vert270" wrap="square" rtlCol="0">
            <a:spAutoFit/>
          </a:bodyPr>
          <a:lstStyle/>
          <a:p>
            <a:r>
              <a:rPr lang="en-US" sz="900" i="1" dirty="0"/>
              <a:t>Photo credit: Warsaw Ghetto Museum Robert </a:t>
            </a:r>
            <a:r>
              <a:rPr lang="en-US" sz="900" i="1" dirty="0" err="1"/>
              <a:t>Wilczyński</a:t>
            </a:r>
            <a:r>
              <a:rPr lang="en-US" sz="900" i="1" dirty="0"/>
              <a:t> </a:t>
            </a:r>
          </a:p>
        </p:txBody>
      </p:sp>
      <p:sp>
        <p:nvSpPr>
          <p:cNvPr id="9" name="TextBox 8">
            <a:extLst>
              <a:ext uri="{FF2B5EF4-FFF2-40B4-BE49-F238E27FC236}">
                <a16:creationId xmlns:a16="http://schemas.microsoft.com/office/drawing/2014/main" id="{4F9C27F0-ADFE-E48A-3C0E-F9CAFDD47BDA}"/>
              </a:ext>
            </a:extLst>
          </p:cNvPr>
          <p:cNvSpPr txBox="1"/>
          <p:nvPr/>
        </p:nvSpPr>
        <p:spPr>
          <a:xfrm>
            <a:off x="6351649" y="6538224"/>
            <a:ext cx="2693443" cy="507831"/>
          </a:xfrm>
          <a:prstGeom prst="rect">
            <a:avLst/>
          </a:prstGeom>
          <a:noFill/>
        </p:spPr>
        <p:txBody>
          <a:bodyPr wrap="square" rtlCol="0">
            <a:spAutoFit/>
          </a:bodyPr>
          <a:lstStyle/>
          <a:p>
            <a:r>
              <a:rPr lang="en-US" sz="900" i="1" dirty="0">
                <a:effectLst/>
              </a:rPr>
              <a:t>Holocaust Survivor </a:t>
            </a:r>
            <a:r>
              <a:rPr lang="en-US" sz="900" i="1" dirty="0" err="1">
                <a:effectLst/>
              </a:rPr>
              <a:t>Vladka</a:t>
            </a:r>
            <a:r>
              <a:rPr lang="en-US" sz="900" i="1" dirty="0">
                <a:effectLst/>
              </a:rPr>
              <a:t> </a:t>
            </a:r>
            <a:r>
              <a:rPr lang="en-US" sz="900" i="1" dirty="0" err="1">
                <a:effectLst/>
              </a:rPr>
              <a:t>Meed</a:t>
            </a:r>
            <a:r>
              <a:rPr lang="en-US" sz="900" i="1" dirty="0">
                <a:effectLst/>
              </a:rPr>
              <a:t> Testimony</a:t>
            </a:r>
          </a:p>
          <a:p>
            <a:endParaRPr lang="en-US" dirty="0"/>
          </a:p>
        </p:txBody>
      </p:sp>
      <p:pic>
        <p:nvPicPr>
          <p:cNvPr id="16" name="Picture 15">
            <a:extLst>
              <a:ext uri="{FF2B5EF4-FFF2-40B4-BE49-F238E27FC236}">
                <a16:creationId xmlns:a16="http://schemas.microsoft.com/office/drawing/2014/main" id="{365F8FC3-47D5-9CF3-E3F0-5AC911B16B00}"/>
              </a:ext>
            </a:extLst>
          </p:cNvPr>
          <p:cNvPicPr>
            <a:picLocks noChangeAspect="1"/>
          </p:cNvPicPr>
          <p:nvPr/>
        </p:nvPicPr>
        <p:blipFill>
          <a:blip r:embed="rId7"/>
          <a:stretch>
            <a:fillRect/>
          </a:stretch>
        </p:blipFill>
        <p:spPr>
          <a:xfrm>
            <a:off x="6292345" y="3863433"/>
            <a:ext cx="3651921" cy="2736061"/>
          </a:xfrm>
          <a:prstGeom prst="rect">
            <a:avLst/>
          </a:prstGeom>
        </p:spPr>
      </p:pic>
      <p:pic>
        <p:nvPicPr>
          <p:cNvPr id="20" name="Audio 19">
            <a:hlinkClick r:id="" action="ppaction://media"/>
            <a:extLst>
              <a:ext uri="{FF2B5EF4-FFF2-40B4-BE49-F238E27FC236}">
                <a16:creationId xmlns:a16="http://schemas.microsoft.com/office/drawing/2014/main" id="{EA041F72-CEC3-3D21-19FD-B91F8FEFDD5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
        <p:nvSpPr>
          <p:cNvPr id="3" name="TextBox 2">
            <a:extLst>
              <a:ext uri="{FF2B5EF4-FFF2-40B4-BE49-F238E27FC236}">
                <a16:creationId xmlns:a16="http://schemas.microsoft.com/office/drawing/2014/main" id="{7CF39378-5533-6677-DBF8-8139BFF27071}"/>
              </a:ext>
            </a:extLst>
          </p:cNvPr>
          <p:cNvSpPr txBox="1"/>
          <p:nvPr/>
        </p:nvSpPr>
        <p:spPr>
          <a:xfrm>
            <a:off x="4433598" y="3055837"/>
            <a:ext cx="3421128" cy="477054"/>
          </a:xfrm>
          <a:prstGeom prst="rect">
            <a:avLst/>
          </a:prstGeom>
          <a:noFill/>
        </p:spPr>
        <p:txBody>
          <a:bodyPr wrap="square" rtlCol="0">
            <a:spAutoFit/>
          </a:bodyPr>
          <a:lstStyle/>
          <a:p>
            <a:r>
              <a:rPr lang="en-US" sz="900" i="1" dirty="0"/>
              <a:t>Shoe found in excavation of the Warsaw ghetto</a:t>
            </a:r>
            <a:endParaRPr lang="en-US" sz="900" i="1" dirty="0">
              <a:effectLst/>
            </a:endParaRPr>
          </a:p>
          <a:p>
            <a:pPr algn="ctr"/>
            <a:endParaRPr lang="en-US" sz="1600" i="1" dirty="0"/>
          </a:p>
        </p:txBody>
      </p:sp>
      <p:pic>
        <p:nvPicPr>
          <p:cNvPr id="12" name="Picture 11" descr="Diagram&#10;&#10;Description automatically generated">
            <a:extLst>
              <a:ext uri="{FF2B5EF4-FFF2-40B4-BE49-F238E27FC236}">
                <a16:creationId xmlns:a16="http://schemas.microsoft.com/office/drawing/2014/main" id="{440DCC8A-44DC-7C7F-A411-E23A5D8A6BFF}"/>
              </a:ext>
            </a:extLst>
          </p:cNvPr>
          <p:cNvPicPr>
            <a:picLocks noChangeAspect="1"/>
          </p:cNvPicPr>
          <p:nvPr/>
        </p:nvPicPr>
        <p:blipFill>
          <a:blip r:embed="rId9"/>
          <a:stretch>
            <a:fillRect/>
          </a:stretch>
        </p:blipFill>
        <p:spPr>
          <a:xfrm>
            <a:off x="8791218" y="492351"/>
            <a:ext cx="3133177" cy="2563486"/>
          </a:xfrm>
          <a:prstGeom prst="rect">
            <a:avLst/>
          </a:prstGeom>
        </p:spPr>
      </p:pic>
      <p:sp>
        <p:nvSpPr>
          <p:cNvPr id="14" name="TextBox 13">
            <a:extLst>
              <a:ext uri="{FF2B5EF4-FFF2-40B4-BE49-F238E27FC236}">
                <a16:creationId xmlns:a16="http://schemas.microsoft.com/office/drawing/2014/main" id="{72E87EB0-5551-5508-EAE8-0CC5DDA9D13B}"/>
              </a:ext>
            </a:extLst>
          </p:cNvPr>
          <p:cNvSpPr txBox="1"/>
          <p:nvPr/>
        </p:nvSpPr>
        <p:spPr>
          <a:xfrm>
            <a:off x="8759337" y="3055837"/>
            <a:ext cx="3133177" cy="923330"/>
          </a:xfrm>
          <a:prstGeom prst="rect">
            <a:avLst/>
          </a:prstGeom>
          <a:noFill/>
        </p:spPr>
        <p:txBody>
          <a:bodyPr wrap="square" rtlCol="0">
            <a:spAutoFit/>
          </a:bodyPr>
          <a:lstStyle/>
          <a:p>
            <a:r>
              <a:rPr lang="en-US" sz="900" i="1" dirty="0">
                <a:effectLst/>
              </a:rPr>
              <a:t>False identification card issued in name of </a:t>
            </a:r>
            <a:r>
              <a:rPr lang="en-US" sz="900" i="1" dirty="0" err="1">
                <a:effectLst/>
              </a:rPr>
              <a:t>Stanislawa</a:t>
            </a:r>
            <a:r>
              <a:rPr lang="en-US" sz="900" i="1" dirty="0">
                <a:effectLst/>
              </a:rPr>
              <a:t> </a:t>
            </a:r>
            <a:r>
              <a:rPr lang="en-US" sz="900" i="1" dirty="0" err="1">
                <a:effectLst/>
              </a:rPr>
              <a:t>Wachalska</a:t>
            </a:r>
            <a:r>
              <a:rPr lang="en-US" sz="900" i="1" dirty="0">
                <a:effectLst/>
              </a:rPr>
              <a:t>, that was used by </a:t>
            </a:r>
            <a:r>
              <a:rPr lang="en-US" sz="900" i="1" dirty="0" err="1">
                <a:effectLst/>
              </a:rPr>
              <a:t>Feigele</a:t>
            </a:r>
            <a:r>
              <a:rPr lang="en-US" sz="900" i="1" dirty="0">
                <a:effectLst/>
              </a:rPr>
              <a:t> </a:t>
            </a:r>
            <a:r>
              <a:rPr lang="en-US" sz="900" i="1" dirty="0" err="1">
                <a:effectLst/>
              </a:rPr>
              <a:t>Peltel</a:t>
            </a:r>
            <a:r>
              <a:rPr lang="en-US" sz="900" i="1" dirty="0">
                <a:effectLst/>
              </a:rPr>
              <a:t> (now </a:t>
            </a:r>
            <a:r>
              <a:rPr lang="en-US" sz="900" i="1" dirty="0" err="1">
                <a:effectLst/>
              </a:rPr>
              <a:t>Vladka</a:t>
            </a:r>
            <a:r>
              <a:rPr lang="en-US" sz="900" i="1" dirty="0">
                <a:effectLst/>
              </a:rPr>
              <a:t> </a:t>
            </a:r>
            <a:r>
              <a:rPr lang="en-US" sz="900" i="1" dirty="0" err="1">
                <a:effectLst/>
              </a:rPr>
              <a:t>Meed</a:t>
            </a:r>
            <a:r>
              <a:rPr lang="en-US" sz="900" i="1" dirty="0">
                <a:effectLst/>
              </a:rPr>
              <a:t>) while serving as a courier for the Jewish underground in Warsaw.</a:t>
            </a:r>
          </a:p>
          <a:p>
            <a:endParaRPr lang="en-US" dirty="0"/>
          </a:p>
        </p:txBody>
      </p:sp>
      <p:sp>
        <p:nvSpPr>
          <p:cNvPr id="15" name="TextBox 14">
            <a:extLst>
              <a:ext uri="{FF2B5EF4-FFF2-40B4-BE49-F238E27FC236}">
                <a16:creationId xmlns:a16="http://schemas.microsoft.com/office/drawing/2014/main" id="{613EC2F7-EEB0-54A6-2750-53B8C537E2CC}"/>
              </a:ext>
            </a:extLst>
          </p:cNvPr>
          <p:cNvSpPr txBox="1"/>
          <p:nvPr/>
        </p:nvSpPr>
        <p:spPr>
          <a:xfrm>
            <a:off x="8511009" y="369729"/>
            <a:ext cx="323165" cy="1925518"/>
          </a:xfrm>
          <a:prstGeom prst="rect">
            <a:avLst/>
          </a:prstGeom>
          <a:noFill/>
        </p:spPr>
        <p:txBody>
          <a:bodyPr vert="vert270" wrap="square" rtlCol="0">
            <a:spAutoFit/>
          </a:bodyPr>
          <a:lstStyle/>
          <a:p>
            <a:r>
              <a:rPr lang="en-US" sz="900" i="1" dirty="0"/>
              <a:t>Photo credit: USHMM no. 02325</a:t>
            </a:r>
          </a:p>
        </p:txBody>
      </p:sp>
    </p:spTree>
    <p:extLst>
      <p:ext uri="{BB962C8B-B14F-4D97-AF65-F5344CB8AC3E}">
        <p14:creationId xmlns:p14="http://schemas.microsoft.com/office/powerpoint/2010/main" val="1084853325"/>
      </p:ext>
    </p:extLst>
  </p:cSld>
  <p:clrMapOvr>
    <a:masterClrMapping/>
  </p:clrMapOvr>
  <mc:AlternateContent xmlns:mc="http://schemas.openxmlformats.org/markup-compatibility/2006" xmlns:p14="http://schemas.microsoft.com/office/powerpoint/2010/main">
    <mc:Choice Requires="p14">
      <p:transition spd="slow" p14:dur="2000" advTm="45621"/>
    </mc:Choice>
    <mc:Fallback xmlns="">
      <p:transition spd="slow" advTm="456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icture containing text, person, outdoor&#10;&#10;Description automatically generated">
            <a:extLst>
              <a:ext uri="{FF2B5EF4-FFF2-40B4-BE49-F238E27FC236}">
                <a16:creationId xmlns:a16="http://schemas.microsoft.com/office/drawing/2014/main" id="{FDA8FFFC-4333-9B3F-7079-C843B4B35C95}"/>
              </a:ext>
            </a:extLst>
          </p:cNvPr>
          <p:cNvPicPr>
            <a:picLocks noChangeAspect="1"/>
          </p:cNvPicPr>
          <p:nvPr/>
        </p:nvPicPr>
        <p:blipFill>
          <a:blip r:embed="rId5"/>
          <a:stretch>
            <a:fillRect/>
          </a:stretch>
        </p:blipFill>
        <p:spPr>
          <a:xfrm>
            <a:off x="250435" y="217984"/>
            <a:ext cx="3309507" cy="4453905"/>
          </a:xfrm>
          <a:prstGeom prst="rect">
            <a:avLst/>
          </a:prstGeom>
        </p:spPr>
      </p:pic>
      <p:sp>
        <p:nvSpPr>
          <p:cNvPr id="3" name="TextBox 2">
            <a:extLst>
              <a:ext uri="{FF2B5EF4-FFF2-40B4-BE49-F238E27FC236}">
                <a16:creationId xmlns:a16="http://schemas.microsoft.com/office/drawing/2014/main" id="{43611B2A-F558-8B80-B594-ADA14D2EB3D4}"/>
              </a:ext>
            </a:extLst>
          </p:cNvPr>
          <p:cNvSpPr txBox="1"/>
          <p:nvPr/>
        </p:nvSpPr>
        <p:spPr>
          <a:xfrm>
            <a:off x="160948" y="4650145"/>
            <a:ext cx="3309507" cy="230832"/>
          </a:xfrm>
          <a:prstGeom prst="rect">
            <a:avLst/>
          </a:prstGeom>
          <a:noFill/>
        </p:spPr>
        <p:txBody>
          <a:bodyPr wrap="square" rtlCol="0">
            <a:spAutoFit/>
          </a:bodyPr>
          <a:lstStyle/>
          <a:p>
            <a:r>
              <a:rPr lang="en-US" sz="900" b="0" i="0" dirty="0">
                <a:effectLst/>
              </a:rPr>
              <a:t>Hannah </a:t>
            </a:r>
            <a:r>
              <a:rPr lang="en-US" sz="900" b="0" i="0" dirty="0" err="1">
                <a:effectLst/>
              </a:rPr>
              <a:t>Szenes</a:t>
            </a:r>
            <a:r>
              <a:rPr lang="en-US" sz="900" b="0" i="0" dirty="0">
                <a:effectLst/>
              </a:rPr>
              <a:t> (</a:t>
            </a:r>
            <a:r>
              <a:rPr lang="en-US" sz="900" b="0" i="0" dirty="0" err="1">
                <a:effectLst/>
              </a:rPr>
              <a:t>Senesh</a:t>
            </a:r>
            <a:r>
              <a:rPr lang="en-US" sz="900" b="0" i="0" dirty="0">
                <a:effectLst/>
              </a:rPr>
              <a:t>)</a:t>
            </a:r>
            <a:endParaRPr lang="en-US" sz="900" i="1" dirty="0"/>
          </a:p>
        </p:txBody>
      </p:sp>
      <p:sp>
        <p:nvSpPr>
          <p:cNvPr id="4" name="TextBox 3">
            <a:extLst>
              <a:ext uri="{FF2B5EF4-FFF2-40B4-BE49-F238E27FC236}">
                <a16:creationId xmlns:a16="http://schemas.microsoft.com/office/drawing/2014/main" id="{18B09A65-D940-0418-40B5-ADC0B8C5E4FC}"/>
              </a:ext>
            </a:extLst>
          </p:cNvPr>
          <p:cNvSpPr txBox="1"/>
          <p:nvPr/>
        </p:nvSpPr>
        <p:spPr>
          <a:xfrm>
            <a:off x="308080" y="5681318"/>
            <a:ext cx="5789513" cy="646640"/>
          </a:xfrm>
          <a:prstGeom prst="rect">
            <a:avLst/>
          </a:prstGeom>
        </p:spPr>
        <p:txBody>
          <a:bodyPr vert="horz" lIns="91440" tIns="45720" rIns="91440" bIns="45720" rtlCol="0" anchor="b">
            <a:noAutofit/>
          </a:bodyPr>
          <a:lstStyle/>
          <a:p>
            <a:pPr algn="ctr">
              <a:spcBef>
                <a:spcPct val="0"/>
              </a:spcBef>
              <a:spcAft>
                <a:spcPts val="600"/>
              </a:spcAft>
            </a:pPr>
            <a:r>
              <a:rPr lang="en-US" sz="48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Hannah </a:t>
            </a:r>
            <a:r>
              <a:rPr lang="en-US" sz="4800" cap="all" dirty="0" err="1">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Senesh</a:t>
            </a:r>
            <a:endParaRPr lang="en-US" sz="48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endParaRPr>
          </a:p>
        </p:txBody>
      </p:sp>
      <p:pic>
        <p:nvPicPr>
          <p:cNvPr id="9" name="Picture 8" descr="Text, letter&#10;&#10;Description automatically generated">
            <a:extLst>
              <a:ext uri="{FF2B5EF4-FFF2-40B4-BE49-F238E27FC236}">
                <a16:creationId xmlns:a16="http://schemas.microsoft.com/office/drawing/2014/main" id="{448CF009-9A2F-1A4F-F127-F11F4A524AAF}"/>
              </a:ext>
            </a:extLst>
          </p:cNvPr>
          <p:cNvPicPr>
            <a:picLocks noChangeAspect="1"/>
          </p:cNvPicPr>
          <p:nvPr/>
        </p:nvPicPr>
        <p:blipFill>
          <a:blip r:embed="rId6"/>
          <a:stretch>
            <a:fillRect/>
          </a:stretch>
        </p:blipFill>
        <p:spPr>
          <a:xfrm>
            <a:off x="7634446" y="3422548"/>
            <a:ext cx="2583926" cy="3097643"/>
          </a:xfrm>
          <a:prstGeom prst="rect">
            <a:avLst/>
          </a:prstGeom>
          <a:ln>
            <a:noFill/>
          </a:ln>
        </p:spPr>
      </p:pic>
      <p:pic>
        <p:nvPicPr>
          <p:cNvPr id="11" name="Picture 10" descr="A picture containing luggage, suitcase, accessory, case&#10;&#10;Description automatically generated">
            <a:extLst>
              <a:ext uri="{FF2B5EF4-FFF2-40B4-BE49-F238E27FC236}">
                <a16:creationId xmlns:a16="http://schemas.microsoft.com/office/drawing/2014/main" id="{1796A88B-D101-1023-8C6F-BA4EC5C0F3A7}"/>
              </a:ext>
            </a:extLst>
          </p:cNvPr>
          <p:cNvPicPr>
            <a:picLocks noChangeAspect="1"/>
          </p:cNvPicPr>
          <p:nvPr/>
        </p:nvPicPr>
        <p:blipFill>
          <a:blip r:embed="rId7"/>
          <a:stretch>
            <a:fillRect/>
          </a:stretch>
        </p:blipFill>
        <p:spPr>
          <a:xfrm rot="16200000">
            <a:off x="3449564" y="2495719"/>
            <a:ext cx="4329286" cy="1515250"/>
          </a:xfrm>
          <a:prstGeom prst="rect">
            <a:avLst/>
          </a:prstGeom>
        </p:spPr>
      </p:pic>
      <p:pic>
        <p:nvPicPr>
          <p:cNvPr id="7" name="Picture 6" descr="Map&#10;&#10;Description automatically generated">
            <a:extLst>
              <a:ext uri="{FF2B5EF4-FFF2-40B4-BE49-F238E27FC236}">
                <a16:creationId xmlns:a16="http://schemas.microsoft.com/office/drawing/2014/main" id="{7C7EE901-3A2E-36FA-647E-FBFF7313AE5B}"/>
              </a:ext>
            </a:extLst>
          </p:cNvPr>
          <p:cNvPicPr>
            <a:picLocks noChangeAspect="1"/>
          </p:cNvPicPr>
          <p:nvPr/>
        </p:nvPicPr>
        <p:blipFill>
          <a:blip r:embed="rId8"/>
          <a:stretch>
            <a:fillRect/>
          </a:stretch>
        </p:blipFill>
        <p:spPr>
          <a:xfrm>
            <a:off x="6874772" y="35817"/>
            <a:ext cx="4900658" cy="3097643"/>
          </a:xfrm>
          <a:prstGeom prst="rect">
            <a:avLst/>
          </a:prstGeom>
        </p:spPr>
      </p:pic>
      <p:sp>
        <p:nvSpPr>
          <p:cNvPr id="5" name="TextBox 4">
            <a:extLst>
              <a:ext uri="{FF2B5EF4-FFF2-40B4-BE49-F238E27FC236}">
                <a16:creationId xmlns:a16="http://schemas.microsoft.com/office/drawing/2014/main" id="{2C7D284B-5F2E-79BF-1B1B-856AB99FD2A7}"/>
              </a:ext>
            </a:extLst>
          </p:cNvPr>
          <p:cNvSpPr txBox="1"/>
          <p:nvPr/>
        </p:nvSpPr>
        <p:spPr>
          <a:xfrm>
            <a:off x="-5742" y="35817"/>
            <a:ext cx="323165" cy="2444937"/>
          </a:xfrm>
          <a:prstGeom prst="rect">
            <a:avLst/>
          </a:prstGeom>
          <a:noFill/>
        </p:spPr>
        <p:txBody>
          <a:bodyPr vert="vert270" wrap="square" rtlCol="0">
            <a:spAutoFit/>
          </a:bodyPr>
          <a:lstStyle/>
          <a:p>
            <a:r>
              <a:rPr lang="en-US" sz="900" i="1" dirty="0"/>
              <a:t>Photo credit: Yad Vashem ID no. 3213/2 </a:t>
            </a:r>
          </a:p>
        </p:txBody>
      </p:sp>
      <p:sp>
        <p:nvSpPr>
          <p:cNvPr id="6" name="TextBox 5">
            <a:extLst>
              <a:ext uri="{FF2B5EF4-FFF2-40B4-BE49-F238E27FC236}">
                <a16:creationId xmlns:a16="http://schemas.microsoft.com/office/drawing/2014/main" id="{F3C0F7A2-4228-D13E-3FEA-3EE17F668A6F}"/>
              </a:ext>
            </a:extLst>
          </p:cNvPr>
          <p:cNvSpPr txBox="1"/>
          <p:nvPr/>
        </p:nvSpPr>
        <p:spPr>
          <a:xfrm>
            <a:off x="4622904" y="1088700"/>
            <a:ext cx="323165" cy="3915868"/>
          </a:xfrm>
          <a:prstGeom prst="rect">
            <a:avLst/>
          </a:prstGeom>
          <a:noFill/>
        </p:spPr>
        <p:txBody>
          <a:bodyPr vert="vert270" wrap="square" rtlCol="0">
            <a:spAutoFit/>
          </a:bodyPr>
          <a:lstStyle/>
          <a:p>
            <a:r>
              <a:rPr lang="en-US" sz="900" i="1" dirty="0"/>
              <a:t>Photo credit: </a:t>
            </a:r>
            <a:r>
              <a:rPr lang="en-US" sz="900" i="1" dirty="0" err="1"/>
              <a:t>Senesh</a:t>
            </a:r>
            <a:r>
              <a:rPr lang="en-US" sz="900" i="1" dirty="0"/>
              <a:t> Family Archive, with thanks to Ori and </a:t>
            </a:r>
            <a:r>
              <a:rPr lang="en-US" sz="900" i="1" dirty="0" err="1"/>
              <a:t>Mirit</a:t>
            </a:r>
            <a:r>
              <a:rPr lang="en-US" sz="900" i="1" dirty="0"/>
              <a:t> Eisen</a:t>
            </a:r>
          </a:p>
        </p:txBody>
      </p:sp>
      <p:sp>
        <p:nvSpPr>
          <p:cNvPr id="8" name="TextBox 7">
            <a:extLst>
              <a:ext uri="{FF2B5EF4-FFF2-40B4-BE49-F238E27FC236}">
                <a16:creationId xmlns:a16="http://schemas.microsoft.com/office/drawing/2014/main" id="{0C68AC17-ACA9-9A77-B160-5364112FF555}"/>
              </a:ext>
            </a:extLst>
          </p:cNvPr>
          <p:cNvSpPr txBox="1"/>
          <p:nvPr/>
        </p:nvSpPr>
        <p:spPr>
          <a:xfrm>
            <a:off x="6634036" y="-121934"/>
            <a:ext cx="323165" cy="1380219"/>
          </a:xfrm>
          <a:prstGeom prst="rect">
            <a:avLst/>
          </a:prstGeom>
          <a:noFill/>
        </p:spPr>
        <p:txBody>
          <a:bodyPr vert="vert270" wrap="square" rtlCol="0">
            <a:spAutoFit/>
          </a:bodyPr>
          <a:lstStyle/>
          <a:p>
            <a:r>
              <a:rPr lang="en-US" sz="900" i="1" dirty="0"/>
              <a:t>Photo credit: USHMM</a:t>
            </a:r>
          </a:p>
        </p:txBody>
      </p:sp>
      <p:sp>
        <p:nvSpPr>
          <p:cNvPr id="10" name="TextBox 9">
            <a:extLst>
              <a:ext uri="{FF2B5EF4-FFF2-40B4-BE49-F238E27FC236}">
                <a16:creationId xmlns:a16="http://schemas.microsoft.com/office/drawing/2014/main" id="{3D38D02B-CE4F-3E3C-041A-FB507F86E2DB}"/>
              </a:ext>
            </a:extLst>
          </p:cNvPr>
          <p:cNvSpPr txBox="1"/>
          <p:nvPr/>
        </p:nvSpPr>
        <p:spPr>
          <a:xfrm>
            <a:off x="7214667" y="3464581"/>
            <a:ext cx="461665" cy="3097643"/>
          </a:xfrm>
          <a:prstGeom prst="rect">
            <a:avLst/>
          </a:prstGeom>
          <a:noFill/>
        </p:spPr>
        <p:txBody>
          <a:bodyPr vert="vert270" wrap="square" rtlCol="0">
            <a:spAutoFit/>
          </a:bodyPr>
          <a:lstStyle/>
          <a:p>
            <a:r>
              <a:rPr lang="en-US" sz="900" i="1" dirty="0"/>
              <a:t>Photo credit: </a:t>
            </a:r>
            <a:r>
              <a:rPr lang="en-US" sz="900" i="1" dirty="0" err="1"/>
              <a:t>Senesh</a:t>
            </a:r>
            <a:r>
              <a:rPr lang="en-US" sz="900" i="1" dirty="0"/>
              <a:t> Family Archive, with thanks to Ori and </a:t>
            </a:r>
            <a:r>
              <a:rPr lang="en-US" sz="900" i="1" dirty="0" err="1"/>
              <a:t>Mirit</a:t>
            </a:r>
            <a:r>
              <a:rPr lang="en-US" sz="900" i="1" dirty="0"/>
              <a:t> Eisen</a:t>
            </a:r>
          </a:p>
        </p:txBody>
      </p:sp>
      <p:pic>
        <p:nvPicPr>
          <p:cNvPr id="14" name="Audio 13">
            <a:hlinkClick r:id="" action="ppaction://media"/>
            <a:extLst>
              <a:ext uri="{FF2B5EF4-FFF2-40B4-BE49-F238E27FC236}">
                <a16:creationId xmlns:a16="http://schemas.microsoft.com/office/drawing/2014/main" id="{5068BB1F-896C-88AD-2199-1EADE1837BE5}"/>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
        <p:nvSpPr>
          <p:cNvPr id="16" name="TextBox 15">
            <a:extLst>
              <a:ext uri="{FF2B5EF4-FFF2-40B4-BE49-F238E27FC236}">
                <a16:creationId xmlns:a16="http://schemas.microsoft.com/office/drawing/2014/main" id="{BECE27A1-0D91-B768-BE94-0F2902D73CD7}"/>
              </a:ext>
            </a:extLst>
          </p:cNvPr>
          <p:cNvSpPr txBox="1"/>
          <p:nvPr/>
        </p:nvSpPr>
        <p:spPr>
          <a:xfrm>
            <a:off x="7634446" y="6448719"/>
            <a:ext cx="3020302" cy="369332"/>
          </a:xfrm>
          <a:prstGeom prst="rect">
            <a:avLst/>
          </a:prstGeom>
          <a:noFill/>
        </p:spPr>
        <p:txBody>
          <a:bodyPr wrap="square" rtlCol="0">
            <a:spAutoFit/>
          </a:bodyPr>
          <a:lstStyle/>
          <a:p>
            <a:r>
              <a:rPr lang="en-US" sz="900" i="1" dirty="0"/>
              <a:t>Letter from </a:t>
            </a:r>
            <a:r>
              <a:rPr lang="en-US" sz="900" i="1" dirty="0" err="1"/>
              <a:t>Senesh</a:t>
            </a:r>
            <a:r>
              <a:rPr lang="en-US" sz="900" i="1" dirty="0"/>
              <a:t> to her mother found in her pockets after her execution</a:t>
            </a:r>
          </a:p>
        </p:txBody>
      </p:sp>
    </p:spTree>
    <p:extLst>
      <p:ext uri="{BB962C8B-B14F-4D97-AF65-F5344CB8AC3E}">
        <p14:creationId xmlns:p14="http://schemas.microsoft.com/office/powerpoint/2010/main" val="3510418224"/>
      </p:ext>
    </p:extLst>
  </p:cSld>
  <p:clrMapOvr>
    <a:masterClrMapping/>
  </p:clrMapOvr>
  <mc:AlternateContent xmlns:mc="http://schemas.openxmlformats.org/markup-compatibility/2006" xmlns:p14="http://schemas.microsoft.com/office/powerpoint/2010/main">
    <mc:Choice Requires="p14">
      <p:transition spd="slow" p14:dur="2000" advTm="48949"/>
    </mc:Choice>
    <mc:Fallback xmlns="">
      <p:transition spd="slow" advTm="4894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5">
            <a:alphaModFix amt="27332"/>
            <a:lum/>
          </a:blip>
          <a:srcRect/>
          <a:stretch>
            <a:fillRect t="-9000" b="-9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A59271-376B-F645-7252-8034A05E9B8E}"/>
              </a:ext>
            </a:extLst>
          </p:cNvPr>
          <p:cNvSpPr txBox="1"/>
          <p:nvPr/>
        </p:nvSpPr>
        <p:spPr>
          <a:xfrm>
            <a:off x="0" y="6627168"/>
            <a:ext cx="4999710" cy="230832"/>
          </a:xfrm>
          <a:prstGeom prst="rect">
            <a:avLst/>
          </a:prstGeom>
          <a:noFill/>
        </p:spPr>
        <p:txBody>
          <a:bodyPr wrap="square" rtlCol="0">
            <a:spAutoFit/>
          </a:bodyPr>
          <a:lstStyle/>
          <a:p>
            <a:r>
              <a:rPr lang="en-US" sz="900" i="1" dirty="0">
                <a:solidFill>
                  <a:schemeClr val="bg1"/>
                </a:solidFill>
              </a:rPr>
              <a:t>Background image of the Hall of Names at Yad Vashem</a:t>
            </a:r>
          </a:p>
        </p:txBody>
      </p:sp>
      <p:sp>
        <p:nvSpPr>
          <p:cNvPr id="6" name="TextBox 5">
            <a:extLst>
              <a:ext uri="{FF2B5EF4-FFF2-40B4-BE49-F238E27FC236}">
                <a16:creationId xmlns:a16="http://schemas.microsoft.com/office/drawing/2014/main" id="{722979B9-3817-D7E2-2209-8CF7405EADC7}"/>
              </a:ext>
            </a:extLst>
          </p:cNvPr>
          <p:cNvSpPr txBox="1"/>
          <p:nvPr/>
        </p:nvSpPr>
        <p:spPr>
          <a:xfrm>
            <a:off x="1060350" y="332509"/>
            <a:ext cx="5778901" cy="638300"/>
          </a:xfrm>
          <a:prstGeom prst="rect">
            <a:avLst/>
          </a:prstGeom>
        </p:spPr>
        <p:txBody>
          <a:bodyPr vert="horz" lIns="91440" tIns="45720" rIns="91440" bIns="45720" rtlCol="0" anchor="b">
            <a:normAutofit/>
          </a:bodyPr>
          <a:lstStyle/>
          <a:p>
            <a:pPr>
              <a:spcBef>
                <a:spcPct val="0"/>
              </a:spcBef>
              <a:spcAft>
                <a:spcPts val="600"/>
              </a:spcAft>
            </a:pPr>
            <a:r>
              <a:rPr lang="en-US" sz="2400" cap="all" dirty="0">
                <a:ln w="3175" cmpd="sng">
                  <a:noFill/>
                </a:ln>
                <a:solidFill>
                  <a:schemeClr val="bg1"/>
                </a:solidFill>
                <a:effectLst>
                  <a:outerShdw blurRad="28575" dist="31750" dir="13200000" algn="tl" rotWithShape="0">
                    <a:srgbClr val="000000">
                      <a:alpha val="25000"/>
                    </a:srgbClr>
                  </a:outerShdw>
                </a:effectLst>
                <a:latin typeface="+mj-lt"/>
                <a:ea typeface="+mj-ea"/>
                <a:cs typeface="+mj-cs"/>
              </a:rPr>
              <a:t>Reflection</a:t>
            </a:r>
            <a:r>
              <a:rPr lang="en-US" sz="2400" cap="all" dirty="0">
                <a:ln w="3175" cmpd="sng">
                  <a:noFill/>
                </a:ln>
                <a:solidFill>
                  <a:schemeClr val="accent1">
                    <a:lumMod val="75000"/>
                  </a:schemeClr>
                </a:solidFill>
                <a:effectLst>
                  <a:outerShdw blurRad="28575" dist="31750" dir="13200000" algn="tl" rotWithShape="0">
                    <a:srgbClr val="000000">
                      <a:alpha val="25000"/>
                    </a:srgbClr>
                  </a:outerShdw>
                </a:effectLst>
                <a:latin typeface="+mj-lt"/>
                <a:ea typeface="+mj-ea"/>
                <a:cs typeface="+mj-cs"/>
              </a:rPr>
              <a:t>:</a:t>
            </a:r>
          </a:p>
        </p:txBody>
      </p:sp>
      <p:sp>
        <p:nvSpPr>
          <p:cNvPr id="7" name="TextBox 6">
            <a:extLst>
              <a:ext uri="{FF2B5EF4-FFF2-40B4-BE49-F238E27FC236}">
                <a16:creationId xmlns:a16="http://schemas.microsoft.com/office/drawing/2014/main" id="{9ADBE2D7-7CAE-0ECD-508B-0C04465B855E}"/>
              </a:ext>
            </a:extLst>
          </p:cNvPr>
          <p:cNvSpPr txBox="1"/>
          <p:nvPr/>
        </p:nvSpPr>
        <p:spPr>
          <a:xfrm>
            <a:off x="1060350" y="1413164"/>
            <a:ext cx="8297406"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Did the Jewish resistance accomplish anything?</a:t>
            </a:r>
          </a:p>
          <a:p>
            <a:pPr marL="742950" lvl="1" indent="-285750">
              <a:buFont typeface="Arial" panose="020B0604020202020204" pitchFamily="34" charset="0"/>
              <a:buChar char="•"/>
            </a:pPr>
            <a:r>
              <a:rPr lang="en-US" sz="1600" dirty="0">
                <a:solidFill>
                  <a:schemeClr val="bg1"/>
                </a:solidFill>
              </a:rPr>
              <a:t>Armed resistance </a:t>
            </a:r>
          </a:p>
          <a:p>
            <a:pPr marL="742950" lvl="1" indent="-285750">
              <a:buFont typeface="Arial" panose="020B0604020202020204" pitchFamily="34" charset="0"/>
              <a:buChar char="•"/>
            </a:pPr>
            <a:r>
              <a:rPr lang="en-US" sz="1600" dirty="0">
                <a:solidFill>
                  <a:schemeClr val="bg1"/>
                </a:solidFill>
              </a:rPr>
              <a:t>Spiritual resistance </a:t>
            </a:r>
          </a:p>
          <a:p>
            <a:pPr marL="285750" indent="-285750">
              <a:buFont typeface="Arial" panose="020B0604020202020204" pitchFamily="34" charset="0"/>
              <a:buChar char="•"/>
            </a:pPr>
            <a:endParaRPr lang="en-US" sz="1600" dirty="0">
              <a:solidFill>
                <a:schemeClr val="bg1"/>
              </a:solidFill>
            </a:endParaRPr>
          </a:p>
          <a:p>
            <a:pPr marL="285750" indent="-285750">
              <a:buFont typeface="Arial" panose="020B0604020202020204" pitchFamily="34" charset="0"/>
              <a:buChar char="•"/>
            </a:pPr>
            <a:endParaRPr lang="en-US" sz="1600" dirty="0">
              <a:solidFill>
                <a:schemeClr val="bg1"/>
              </a:solidFill>
            </a:endParaRPr>
          </a:p>
        </p:txBody>
      </p:sp>
      <p:sp>
        <p:nvSpPr>
          <p:cNvPr id="8" name="TextBox 7">
            <a:extLst>
              <a:ext uri="{FF2B5EF4-FFF2-40B4-BE49-F238E27FC236}">
                <a16:creationId xmlns:a16="http://schemas.microsoft.com/office/drawing/2014/main" id="{A09C7B26-D065-3875-E5DF-1CB3678A2A88}"/>
              </a:ext>
            </a:extLst>
          </p:cNvPr>
          <p:cNvSpPr txBox="1"/>
          <p:nvPr/>
        </p:nvSpPr>
        <p:spPr>
          <a:xfrm>
            <a:off x="1238480" y="2696727"/>
            <a:ext cx="8119276" cy="1938992"/>
          </a:xfrm>
          <a:prstGeom prst="rect">
            <a:avLst/>
          </a:prstGeom>
          <a:noFill/>
        </p:spPr>
        <p:txBody>
          <a:bodyPr wrap="square" rtlCol="0">
            <a:spAutoFit/>
          </a:bodyPr>
          <a:lstStyle/>
          <a:p>
            <a:r>
              <a:rPr lang="en-US" sz="2000" i="1" dirty="0">
                <a:solidFill>
                  <a:schemeClr val="bg1"/>
                </a:solidFill>
              </a:rPr>
              <a:t>If you were in a similar situation, what would you do?</a:t>
            </a:r>
          </a:p>
          <a:p>
            <a:endParaRPr lang="en-US" sz="2000" dirty="0">
              <a:solidFill>
                <a:schemeClr val="bg1"/>
              </a:solidFill>
            </a:endParaRPr>
          </a:p>
          <a:p>
            <a:r>
              <a:rPr lang="en-US" sz="2000" i="1" dirty="0">
                <a:solidFill>
                  <a:schemeClr val="bg1"/>
                </a:solidFill>
              </a:rPr>
              <a:t>When faced with an opportunity to save yourself, would you return to the danger to help others? </a:t>
            </a:r>
          </a:p>
          <a:p>
            <a:endParaRPr lang="en-US" sz="2000" i="1" dirty="0">
              <a:solidFill>
                <a:schemeClr val="bg1"/>
              </a:solidFill>
            </a:endParaRPr>
          </a:p>
          <a:p>
            <a:r>
              <a:rPr lang="en-US" sz="2000" i="1" dirty="0">
                <a:solidFill>
                  <a:schemeClr val="bg1"/>
                </a:solidFill>
              </a:rPr>
              <a:t>When faced with oppression, what do you do?</a:t>
            </a:r>
          </a:p>
        </p:txBody>
      </p:sp>
      <p:pic>
        <p:nvPicPr>
          <p:cNvPr id="9" name="Audio 8">
            <a:hlinkClick r:id="" action="ppaction://media"/>
            <a:extLst>
              <a:ext uri="{FF2B5EF4-FFF2-40B4-BE49-F238E27FC236}">
                <a16:creationId xmlns:a16="http://schemas.microsoft.com/office/drawing/2014/main" id="{7E8BCD42-1C4C-805D-3428-6D59D50DC3D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78895756"/>
      </p:ext>
    </p:extLst>
  </p:cSld>
  <p:clrMapOvr>
    <a:masterClrMapping/>
  </p:clrMapOvr>
  <mc:AlternateContent xmlns:mc="http://schemas.openxmlformats.org/markup-compatibility/2006" xmlns:p14="http://schemas.microsoft.com/office/powerpoint/2010/main">
    <mc:Choice Requires="p14">
      <p:transition spd="slow" p14:dur="2000" advTm="43712"/>
    </mc:Choice>
    <mc:Fallback xmlns="">
      <p:transition spd="slow" advTm="437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5">
            <a:alphaModFix amt="58917"/>
            <a:lum/>
          </a:blip>
          <a:srcRect/>
          <a:stretch>
            <a:fillRect t="-11000" b="-11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1F11DCF-52F9-015D-F122-B7BAF5996679}"/>
              </a:ext>
            </a:extLst>
          </p:cNvPr>
          <p:cNvSpPr txBox="1"/>
          <p:nvPr/>
        </p:nvSpPr>
        <p:spPr>
          <a:xfrm rot="5400000">
            <a:off x="1175350" y="5313402"/>
            <a:ext cx="323165" cy="2424177"/>
          </a:xfrm>
          <a:prstGeom prst="rect">
            <a:avLst/>
          </a:prstGeom>
          <a:noFill/>
        </p:spPr>
        <p:txBody>
          <a:bodyPr vert="vert270" wrap="square" rtlCol="0">
            <a:spAutoFit/>
          </a:bodyPr>
          <a:lstStyle/>
          <a:p>
            <a:r>
              <a:rPr lang="en-US" sz="900" i="1" dirty="0">
                <a:solidFill>
                  <a:schemeClr val="accent1">
                    <a:lumMod val="75000"/>
                  </a:schemeClr>
                </a:solidFill>
              </a:rPr>
              <a:t>Photo credit: Yad Vashem ID no. 97273</a:t>
            </a:r>
          </a:p>
        </p:txBody>
      </p:sp>
      <p:sp>
        <p:nvSpPr>
          <p:cNvPr id="7" name="TextBox 6">
            <a:extLst>
              <a:ext uri="{FF2B5EF4-FFF2-40B4-BE49-F238E27FC236}">
                <a16:creationId xmlns:a16="http://schemas.microsoft.com/office/drawing/2014/main" id="{2CB5B705-015B-41C1-943A-1DBACC47FBFF}"/>
              </a:ext>
            </a:extLst>
          </p:cNvPr>
          <p:cNvSpPr txBox="1"/>
          <p:nvPr/>
        </p:nvSpPr>
        <p:spPr>
          <a:xfrm rot="5400000">
            <a:off x="1106100" y="5544235"/>
            <a:ext cx="461665" cy="2424177"/>
          </a:xfrm>
          <a:prstGeom prst="rect">
            <a:avLst/>
          </a:prstGeom>
          <a:noFill/>
        </p:spPr>
        <p:txBody>
          <a:bodyPr vert="vert270" wrap="square" rtlCol="0">
            <a:spAutoFit/>
          </a:bodyPr>
          <a:lstStyle/>
          <a:p>
            <a:r>
              <a:rPr lang="en-US" sz="900" b="0" i="1" dirty="0">
                <a:solidFill>
                  <a:srgbClr val="333333"/>
                </a:solidFill>
                <a:effectLst/>
              </a:rPr>
              <a:t>Bedzin, Poland, A street in the ghetto</a:t>
            </a:r>
          </a:p>
          <a:p>
            <a:endParaRPr lang="en-US" sz="900" dirty="0">
              <a:solidFill>
                <a:schemeClr val="accent1">
                  <a:lumMod val="75000"/>
                </a:schemeClr>
              </a:solidFill>
            </a:endParaRPr>
          </a:p>
        </p:txBody>
      </p:sp>
      <p:sp>
        <p:nvSpPr>
          <p:cNvPr id="9" name="TextBox 8">
            <a:extLst>
              <a:ext uri="{FF2B5EF4-FFF2-40B4-BE49-F238E27FC236}">
                <a16:creationId xmlns:a16="http://schemas.microsoft.com/office/drawing/2014/main" id="{52E5866D-E1BE-BF0F-F72C-F8C03018F9F1}"/>
              </a:ext>
            </a:extLst>
          </p:cNvPr>
          <p:cNvSpPr txBox="1"/>
          <p:nvPr/>
        </p:nvSpPr>
        <p:spPr>
          <a:xfrm>
            <a:off x="573462" y="332509"/>
            <a:ext cx="5778901" cy="638300"/>
          </a:xfrm>
          <a:prstGeom prst="rect">
            <a:avLst/>
          </a:prstGeom>
        </p:spPr>
        <p:txBody>
          <a:bodyPr vert="horz" lIns="91440" tIns="45720" rIns="91440" bIns="45720" rtlCol="0" anchor="b">
            <a:normAutofit/>
          </a:bodyPr>
          <a:lstStyle/>
          <a:p>
            <a:pPr>
              <a:spcBef>
                <a:spcPct val="0"/>
              </a:spcBef>
              <a:spcAft>
                <a:spcPts val="600"/>
              </a:spcAft>
            </a:pPr>
            <a:r>
              <a:rPr lang="en-US" sz="2400" cap="all" dirty="0">
                <a:ln w="3175" cmpd="sng">
                  <a:noFill/>
                </a:ln>
                <a:solidFill>
                  <a:schemeClr val="bg1"/>
                </a:solidFill>
                <a:effectLst>
                  <a:outerShdw blurRad="28575" dist="31750" dir="13200000" algn="tl" rotWithShape="0">
                    <a:srgbClr val="000000">
                      <a:alpha val="25000"/>
                    </a:srgbClr>
                  </a:outerShdw>
                </a:effectLst>
                <a:latin typeface="+mj-lt"/>
                <a:ea typeface="+mj-ea"/>
                <a:cs typeface="+mj-cs"/>
              </a:rPr>
              <a:t>Opposition:</a:t>
            </a:r>
          </a:p>
        </p:txBody>
      </p:sp>
      <p:sp>
        <p:nvSpPr>
          <p:cNvPr id="10" name="TextBox 9">
            <a:extLst>
              <a:ext uri="{FF2B5EF4-FFF2-40B4-BE49-F238E27FC236}">
                <a16:creationId xmlns:a16="http://schemas.microsoft.com/office/drawing/2014/main" id="{8772FB91-F94F-ECEE-6EA0-C660F97C3081}"/>
              </a:ext>
            </a:extLst>
          </p:cNvPr>
          <p:cNvSpPr txBox="1"/>
          <p:nvPr/>
        </p:nvSpPr>
        <p:spPr>
          <a:xfrm>
            <a:off x="573462" y="1151906"/>
            <a:ext cx="9009925"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Colleague opposition to this being a female run project focusing only on women</a:t>
            </a:r>
          </a:p>
          <a:p>
            <a:pPr marL="285750" indent="-285750">
              <a:buFont typeface="Arial" panose="020B0604020202020204" pitchFamily="34" charset="0"/>
              <a:buChar char="•"/>
            </a:pPr>
            <a:r>
              <a:rPr lang="en-US" sz="1600" dirty="0">
                <a:solidFill>
                  <a:schemeClr val="bg1"/>
                </a:solidFill>
              </a:rPr>
              <a:t>Differing of opinion by Holocaust scholars about the definition of resistance</a:t>
            </a:r>
          </a:p>
        </p:txBody>
      </p:sp>
      <p:sp>
        <p:nvSpPr>
          <p:cNvPr id="11" name="TextBox 10">
            <a:extLst>
              <a:ext uri="{FF2B5EF4-FFF2-40B4-BE49-F238E27FC236}">
                <a16:creationId xmlns:a16="http://schemas.microsoft.com/office/drawing/2014/main" id="{E77F2AD5-2A22-0E8D-9978-677465EC0CC3}"/>
              </a:ext>
            </a:extLst>
          </p:cNvPr>
          <p:cNvSpPr txBox="1"/>
          <p:nvPr/>
        </p:nvSpPr>
        <p:spPr>
          <a:xfrm>
            <a:off x="573462" y="2059846"/>
            <a:ext cx="5778901" cy="638300"/>
          </a:xfrm>
          <a:prstGeom prst="rect">
            <a:avLst/>
          </a:prstGeom>
        </p:spPr>
        <p:txBody>
          <a:bodyPr vert="horz" lIns="91440" tIns="45720" rIns="91440" bIns="45720" rtlCol="0" anchor="b">
            <a:normAutofit/>
          </a:bodyPr>
          <a:lstStyle/>
          <a:p>
            <a:pPr>
              <a:spcBef>
                <a:spcPct val="0"/>
              </a:spcBef>
              <a:spcAft>
                <a:spcPts val="600"/>
              </a:spcAft>
            </a:pPr>
            <a:r>
              <a:rPr lang="en-US" sz="2400" cap="all" dirty="0">
                <a:ln w="3175" cmpd="sng">
                  <a:noFill/>
                </a:ln>
                <a:solidFill>
                  <a:schemeClr val="bg1"/>
                </a:solidFill>
                <a:effectLst>
                  <a:outerShdw blurRad="28575" dist="31750" dir="13200000" algn="tl" rotWithShape="0">
                    <a:srgbClr val="000000">
                      <a:alpha val="25000"/>
                    </a:srgbClr>
                  </a:outerShdw>
                </a:effectLst>
                <a:latin typeface="+mj-lt"/>
                <a:ea typeface="+mj-ea"/>
                <a:cs typeface="+mj-cs"/>
              </a:rPr>
              <a:t>Public Reaction:</a:t>
            </a:r>
          </a:p>
        </p:txBody>
      </p:sp>
      <p:sp>
        <p:nvSpPr>
          <p:cNvPr id="12" name="TextBox 11">
            <a:extLst>
              <a:ext uri="{FF2B5EF4-FFF2-40B4-BE49-F238E27FC236}">
                <a16:creationId xmlns:a16="http://schemas.microsoft.com/office/drawing/2014/main" id="{BC7C2644-D05B-3F7A-69AB-6A3080714ECC}"/>
              </a:ext>
            </a:extLst>
          </p:cNvPr>
          <p:cNvSpPr txBox="1"/>
          <p:nvPr/>
        </p:nvSpPr>
        <p:spPr>
          <a:xfrm>
            <a:off x="688769" y="3004457"/>
            <a:ext cx="6685808"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bg1"/>
                </a:solidFill>
              </a:rPr>
              <a:t>Favorable- women will like to learn about these stories that were never in the spotlight </a:t>
            </a:r>
          </a:p>
          <a:p>
            <a:pPr marL="285750" indent="-285750">
              <a:buFont typeface="Arial" panose="020B0604020202020204" pitchFamily="34" charset="0"/>
              <a:buChar char="•"/>
            </a:pPr>
            <a:r>
              <a:rPr lang="en-US" sz="1600" dirty="0">
                <a:solidFill>
                  <a:schemeClr val="bg1"/>
                </a:solidFill>
              </a:rPr>
              <a:t>Unfavorable-backlash from Poland </a:t>
            </a:r>
          </a:p>
          <a:p>
            <a:pPr marL="742950" lvl="1" indent="-285750">
              <a:buFont typeface="Arial" panose="020B0604020202020204" pitchFamily="34" charset="0"/>
              <a:buChar char="•"/>
            </a:pPr>
            <a:r>
              <a:rPr lang="en-US" sz="1600" dirty="0">
                <a:solidFill>
                  <a:schemeClr val="bg1"/>
                </a:solidFill>
              </a:rPr>
              <a:t>Holocaust denial </a:t>
            </a:r>
          </a:p>
        </p:txBody>
      </p:sp>
      <p:pic>
        <p:nvPicPr>
          <p:cNvPr id="20" name="Audio 19">
            <a:hlinkClick r:id="" action="ppaction://media"/>
            <a:extLst>
              <a:ext uri="{FF2B5EF4-FFF2-40B4-BE49-F238E27FC236}">
                <a16:creationId xmlns:a16="http://schemas.microsoft.com/office/drawing/2014/main" id="{1DDBFE0A-442E-0406-B982-E65AD345D38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665526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93376">
        <p159:morph option="byObject"/>
      </p:transition>
    </mc:Choice>
    <mc:Fallback xmlns="">
      <p:transition spd="slow" advTm="9337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46D338B-1029-C5AC-C714-A096BDF4349A}"/>
              </a:ext>
            </a:extLst>
          </p:cNvPr>
          <p:cNvGrpSpPr/>
          <p:nvPr/>
        </p:nvGrpSpPr>
        <p:grpSpPr>
          <a:xfrm>
            <a:off x="667173" y="1747796"/>
            <a:ext cx="5710317" cy="3634918"/>
            <a:chOff x="1456551" y="1996090"/>
            <a:chExt cx="4474366" cy="2653351"/>
          </a:xfrm>
        </p:grpSpPr>
        <p:pic>
          <p:nvPicPr>
            <p:cNvPr id="5" name="Picture 4" descr="A picture containing sky, outdoor, grass&#10;&#10;Description automatically generated">
              <a:extLst>
                <a:ext uri="{FF2B5EF4-FFF2-40B4-BE49-F238E27FC236}">
                  <a16:creationId xmlns:a16="http://schemas.microsoft.com/office/drawing/2014/main" id="{85441D65-EB87-7FF3-97F6-7FC9F17E6B8C}"/>
                </a:ext>
              </a:extLst>
            </p:cNvPr>
            <p:cNvPicPr>
              <a:picLocks noChangeAspect="1"/>
            </p:cNvPicPr>
            <p:nvPr/>
          </p:nvPicPr>
          <p:blipFill>
            <a:blip r:embed="rId5"/>
            <a:stretch>
              <a:fillRect/>
            </a:stretch>
          </p:blipFill>
          <p:spPr>
            <a:xfrm>
              <a:off x="1460050" y="1996090"/>
              <a:ext cx="4306701" cy="2422519"/>
            </a:xfrm>
            <a:prstGeom prst="rect">
              <a:avLst/>
            </a:prstGeom>
          </p:spPr>
        </p:pic>
        <p:sp>
          <p:nvSpPr>
            <p:cNvPr id="8" name="TextBox 7">
              <a:extLst>
                <a:ext uri="{FF2B5EF4-FFF2-40B4-BE49-F238E27FC236}">
                  <a16:creationId xmlns:a16="http://schemas.microsoft.com/office/drawing/2014/main" id="{35C3EBB2-4C0E-C9F3-D5E6-7F33234A61C2}"/>
                </a:ext>
              </a:extLst>
            </p:cNvPr>
            <p:cNvSpPr txBox="1"/>
            <p:nvPr/>
          </p:nvSpPr>
          <p:spPr>
            <a:xfrm>
              <a:off x="1456551" y="4418609"/>
              <a:ext cx="4474366" cy="230832"/>
            </a:xfrm>
            <a:prstGeom prst="rect">
              <a:avLst/>
            </a:prstGeom>
            <a:noFill/>
          </p:spPr>
          <p:txBody>
            <a:bodyPr wrap="square" rtlCol="0">
              <a:spAutoFit/>
            </a:bodyPr>
            <a:lstStyle/>
            <a:p>
              <a:pPr algn="ctr"/>
              <a:r>
                <a:rPr lang="en-US" sz="800" i="1" dirty="0"/>
                <a:t>POLIN </a:t>
              </a:r>
              <a:r>
                <a:rPr lang="en-US" sz="900" i="1" dirty="0"/>
                <a:t>Museum</a:t>
              </a:r>
              <a:r>
                <a:rPr lang="en-US" sz="800" i="1" dirty="0"/>
                <a:t> of the History of Polish Jews </a:t>
              </a:r>
            </a:p>
          </p:txBody>
        </p:sp>
      </p:grpSp>
      <p:grpSp>
        <p:nvGrpSpPr>
          <p:cNvPr id="4" name="Group 3">
            <a:extLst>
              <a:ext uri="{FF2B5EF4-FFF2-40B4-BE49-F238E27FC236}">
                <a16:creationId xmlns:a16="http://schemas.microsoft.com/office/drawing/2014/main" id="{7A4C4DAF-B428-E5A9-4340-1622F26F4169}"/>
              </a:ext>
            </a:extLst>
          </p:cNvPr>
          <p:cNvGrpSpPr/>
          <p:nvPr/>
        </p:nvGrpSpPr>
        <p:grpSpPr>
          <a:xfrm>
            <a:off x="6329284" y="2572926"/>
            <a:ext cx="5710316" cy="3536326"/>
            <a:chOff x="6716975" y="2874967"/>
            <a:chExt cx="5120640" cy="3210583"/>
          </a:xfrm>
        </p:grpSpPr>
        <p:pic>
          <p:nvPicPr>
            <p:cNvPr id="7" name="Picture 6" descr="A picture containing building, platform, several, roof&#10;&#10;Description automatically generated">
              <a:extLst>
                <a:ext uri="{FF2B5EF4-FFF2-40B4-BE49-F238E27FC236}">
                  <a16:creationId xmlns:a16="http://schemas.microsoft.com/office/drawing/2014/main" id="{B598F712-CF1F-0A16-5A45-17B341758AF1}"/>
                </a:ext>
              </a:extLst>
            </p:cNvPr>
            <p:cNvPicPr>
              <a:picLocks noChangeAspect="1"/>
            </p:cNvPicPr>
            <p:nvPr/>
          </p:nvPicPr>
          <p:blipFill>
            <a:blip r:embed="rId6"/>
            <a:stretch>
              <a:fillRect/>
            </a:stretch>
          </p:blipFill>
          <p:spPr>
            <a:xfrm>
              <a:off x="6877642" y="2874967"/>
              <a:ext cx="4643798" cy="2978648"/>
            </a:xfrm>
            <a:prstGeom prst="rect">
              <a:avLst/>
            </a:prstGeom>
          </p:spPr>
        </p:pic>
        <p:sp>
          <p:nvSpPr>
            <p:cNvPr id="9" name="TextBox 8">
              <a:extLst>
                <a:ext uri="{FF2B5EF4-FFF2-40B4-BE49-F238E27FC236}">
                  <a16:creationId xmlns:a16="http://schemas.microsoft.com/office/drawing/2014/main" id="{7B910464-6B39-45BA-FCB3-73EFE42A3F16}"/>
                </a:ext>
              </a:extLst>
            </p:cNvPr>
            <p:cNvSpPr txBox="1"/>
            <p:nvPr/>
          </p:nvSpPr>
          <p:spPr>
            <a:xfrm>
              <a:off x="6716975" y="5854718"/>
              <a:ext cx="5120640" cy="230832"/>
            </a:xfrm>
            <a:prstGeom prst="rect">
              <a:avLst/>
            </a:prstGeom>
            <a:noFill/>
          </p:spPr>
          <p:txBody>
            <a:bodyPr wrap="square" rtlCol="0">
              <a:spAutoFit/>
            </a:bodyPr>
            <a:lstStyle/>
            <a:p>
              <a:pPr algn="ctr"/>
              <a:r>
                <a:rPr lang="en-US" sz="900" i="1" dirty="0"/>
                <a:t>United States Holocaust Memorial Museum </a:t>
              </a:r>
            </a:p>
          </p:txBody>
        </p:sp>
      </p:grpSp>
      <p:pic>
        <p:nvPicPr>
          <p:cNvPr id="6" name="Picture 5" descr="Text&#10;&#10;Description automatically generated with medium confidence">
            <a:extLst>
              <a:ext uri="{FF2B5EF4-FFF2-40B4-BE49-F238E27FC236}">
                <a16:creationId xmlns:a16="http://schemas.microsoft.com/office/drawing/2014/main" id="{A8F4CB87-6AF2-B64B-6358-9DF625EA6BC4}"/>
              </a:ext>
            </a:extLst>
          </p:cNvPr>
          <p:cNvPicPr>
            <a:picLocks noChangeAspect="1"/>
          </p:cNvPicPr>
          <p:nvPr/>
        </p:nvPicPr>
        <p:blipFill rotWithShape="1">
          <a:blip r:embed="rId7"/>
          <a:srcRect t="19606"/>
          <a:stretch/>
        </p:blipFill>
        <p:spPr>
          <a:xfrm>
            <a:off x="152400" y="5582844"/>
            <a:ext cx="6094128" cy="798564"/>
          </a:xfrm>
          <a:prstGeom prst="rect">
            <a:avLst/>
          </a:prstGeom>
        </p:spPr>
      </p:pic>
      <p:sp>
        <p:nvSpPr>
          <p:cNvPr id="12" name="TextBox 11">
            <a:extLst>
              <a:ext uri="{FF2B5EF4-FFF2-40B4-BE49-F238E27FC236}">
                <a16:creationId xmlns:a16="http://schemas.microsoft.com/office/drawing/2014/main" id="{73904A84-3A7D-98FB-599C-21365824D522}"/>
              </a:ext>
            </a:extLst>
          </p:cNvPr>
          <p:cNvSpPr txBox="1"/>
          <p:nvPr/>
        </p:nvSpPr>
        <p:spPr>
          <a:xfrm>
            <a:off x="-1327392" y="-246937"/>
            <a:ext cx="7835845" cy="1036189"/>
          </a:xfrm>
          <a:prstGeom prst="rect">
            <a:avLst/>
          </a:prstGeom>
        </p:spPr>
        <p:txBody>
          <a:bodyPr vert="horz" lIns="91440" tIns="45720" rIns="91440" bIns="45720" rtlCol="0" anchor="b">
            <a:normAutofit/>
          </a:bodyPr>
          <a:lstStyle/>
          <a:p>
            <a:pPr algn="ctr">
              <a:spcBef>
                <a:spcPct val="0"/>
              </a:spcBef>
              <a:spcAft>
                <a:spcPts val="600"/>
              </a:spcAft>
            </a:pPr>
            <a:r>
              <a:rPr lang="en-US" sz="24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Development Plan</a:t>
            </a:r>
          </a:p>
        </p:txBody>
      </p:sp>
      <p:pic>
        <p:nvPicPr>
          <p:cNvPr id="15" name="Audio 14">
            <a:hlinkClick r:id="" action="ppaction://media"/>
            <a:extLst>
              <a:ext uri="{FF2B5EF4-FFF2-40B4-BE49-F238E27FC236}">
                <a16:creationId xmlns:a16="http://schemas.microsoft.com/office/drawing/2014/main" id="{C44761C2-835A-88F8-39C3-2C8CDA529B5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226800" y="5892800"/>
            <a:ext cx="812800" cy="812800"/>
          </a:xfrm>
          <a:prstGeom prst="rect">
            <a:avLst/>
          </a:prstGeom>
        </p:spPr>
      </p:pic>
      <p:sp>
        <p:nvSpPr>
          <p:cNvPr id="13" name="TextBox 12">
            <a:extLst>
              <a:ext uri="{FF2B5EF4-FFF2-40B4-BE49-F238E27FC236}">
                <a16:creationId xmlns:a16="http://schemas.microsoft.com/office/drawing/2014/main" id="{D569139C-95A5-1C2A-62C5-30181D3B1FF7}"/>
              </a:ext>
            </a:extLst>
          </p:cNvPr>
          <p:cNvSpPr txBox="1"/>
          <p:nvPr/>
        </p:nvSpPr>
        <p:spPr>
          <a:xfrm>
            <a:off x="-1966514" y="471288"/>
            <a:ext cx="7835845" cy="1036189"/>
          </a:xfrm>
          <a:prstGeom prst="rect">
            <a:avLst/>
          </a:prstGeom>
        </p:spPr>
        <p:txBody>
          <a:bodyPr vert="horz" lIns="91440" tIns="45720" rIns="91440" bIns="45720" rtlCol="0" anchor="b">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spcBef>
                <a:spcPct val="0"/>
              </a:spcBef>
              <a:spcAft>
                <a:spcPts val="600"/>
              </a:spcAft>
            </a:pPr>
            <a:r>
              <a:rPr lang="en-US" sz="24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Outreach:</a:t>
            </a:r>
          </a:p>
        </p:txBody>
      </p:sp>
    </p:spTree>
    <p:extLst>
      <p:ext uri="{BB962C8B-B14F-4D97-AF65-F5344CB8AC3E}">
        <p14:creationId xmlns:p14="http://schemas.microsoft.com/office/powerpoint/2010/main" val="3630852041"/>
      </p:ext>
    </p:extLst>
  </p:cSld>
  <p:clrMapOvr>
    <a:masterClrMapping/>
  </p:clrMapOvr>
  <mc:AlternateContent xmlns:mc="http://schemas.openxmlformats.org/markup-compatibility/2006" xmlns:p14="http://schemas.microsoft.com/office/powerpoint/2010/main">
    <mc:Choice Requires="p14">
      <p:transition spd="slow" p14:dur="2000" advTm="67413"/>
    </mc:Choice>
    <mc:Fallback xmlns="">
      <p:transition spd="slow" advTm="6741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C5C09C-6FD6-F7E3-4ED4-27E7F1FAB281}"/>
              </a:ext>
            </a:extLst>
          </p:cNvPr>
          <p:cNvSpPr txBox="1"/>
          <p:nvPr/>
        </p:nvSpPr>
        <p:spPr>
          <a:xfrm>
            <a:off x="-1892756" y="277565"/>
            <a:ext cx="7835845" cy="1036189"/>
          </a:xfrm>
          <a:prstGeom prst="rect">
            <a:avLst/>
          </a:prstGeom>
        </p:spPr>
        <p:txBody>
          <a:bodyPr vert="horz" lIns="91440" tIns="45720" rIns="91440" bIns="45720" rtlCol="0" anchor="b">
            <a:normAutofit/>
          </a:bodyPr>
          <a:lstStyle/>
          <a:p>
            <a:pPr algn="ctr">
              <a:spcBef>
                <a:spcPct val="0"/>
              </a:spcBef>
              <a:spcAft>
                <a:spcPts val="600"/>
              </a:spcAft>
            </a:pPr>
            <a:r>
              <a:rPr lang="en-US" sz="2400" cap="all" dirty="0">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50000"/>
                    </a:schemeClr>
                  </a:glow>
                  <a:outerShdw blurRad="28575" dist="31750" dir="13200000" algn="tl" rotWithShape="0">
                    <a:srgbClr val="000000">
                      <a:alpha val="25000"/>
                    </a:srgbClr>
                  </a:outerShdw>
                </a:effectLst>
                <a:latin typeface="+mj-lt"/>
                <a:ea typeface="+mj-ea"/>
                <a:cs typeface="+mj-cs"/>
              </a:rPr>
              <a:t>Funding:</a:t>
            </a:r>
          </a:p>
        </p:txBody>
      </p:sp>
      <p:pic>
        <p:nvPicPr>
          <p:cNvPr id="4" name="Picture 2" descr="Home - NYFA">
            <a:extLst>
              <a:ext uri="{FF2B5EF4-FFF2-40B4-BE49-F238E27FC236}">
                <a16:creationId xmlns:a16="http://schemas.microsoft.com/office/drawing/2014/main" id="{E604EAB8-5EE9-CC99-9EFB-A1756CEE9D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3952" y="5143838"/>
            <a:ext cx="4130904" cy="11553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PNG file for websites with darker backgrounds">
            <a:extLst>
              <a:ext uri="{FF2B5EF4-FFF2-40B4-BE49-F238E27FC236}">
                <a16:creationId xmlns:a16="http://schemas.microsoft.com/office/drawing/2014/main" id="{AC140628-93C5-2C7F-968D-2A32FAFA116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2267" y="1543053"/>
            <a:ext cx="3884185" cy="164015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nator Jacky Rosen on Twitter: &quot;I'm thrilled to announce that my  bipartisan Never Again Education Act with @SenKevinCramer, @MarcoRubio, and  @SenBlumenthal has passed the Senate! This important bill will provide our  teachers">
            <a:extLst>
              <a:ext uri="{FF2B5EF4-FFF2-40B4-BE49-F238E27FC236}">
                <a16:creationId xmlns:a16="http://schemas.microsoft.com/office/drawing/2014/main" id="{64C443BA-E181-96F1-D594-592940450FC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14431"/>
          <a:stretch/>
        </p:blipFill>
        <p:spPr bwMode="auto">
          <a:xfrm>
            <a:off x="6271295" y="3592534"/>
            <a:ext cx="5376386" cy="230026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anadian province New Brunswick adopts IHRA definition of anti-Semitism -  JNS.org">
            <a:extLst>
              <a:ext uri="{FF2B5EF4-FFF2-40B4-BE49-F238E27FC236}">
                <a16:creationId xmlns:a16="http://schemas.microsoft.com/office/drawing/2014/main" id="{3533717C-A838-45BF-1BCF-5398492246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8214" y="1949535"/>
            <a:ext cx="5654287" cy="2958930"/>
          </a:xfrm>
          <a:prstGeom prst="rect">
            <a:avLst/>
          </a:prstGeom>
          <a:noFill/>
          <a:extLst>
            <a:ext uri="{909E8E84-426E-40DD-AFC4-6F175D3DCCD1}">
              <a14:hiddenFill xmlns:a14="http://schemas.microsoft.com/office/drawing/2010/main">
                <a:solidFill>
                  <a:srgbClr val="FFFFFF"/>
                </a:solidFill>
              </a14:hiddenFill>
            </a:ext>
          </a:extLst>
        </p:spPr>
      </p:pic>
      <p:pic>
        <p:nvPicPr>
          <p:cNvPr id="13" name="Audio 12">
            <a:hlinkClick r:id="" action="ppaction://media"/>
            <a:extLst>
              <a:ext uri="{FF2B5EF4-FFF2-40B4-BE49-F238E27FC236}">
                <a16:creationId xmlns:a16="http://schemas.microsoft.com/office/drawing/2014/main" id="{B8536CD3-EE2C-F7CA-2C81-729F56FE5FF6}"/>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417371778"/>
      </p:ext>
    </p:extLst>
  </p:cSld>
  <p:clrMapOvr>
    <a:masterClrMapping/>
  </p:clrMapOvr>
  <mc:AlternateContent xmlns:mc="http://schemas.openxmlformats.org/markup-compatibility/2006" xmlns:p14="http://schemas.microsoft.com/office/powerpoint/2010/main">
    <mc:Choice Requires="p14">
      <p:transition spd="slow" p14:dur="2000" advTm="111434"/>
    </mc:Choice>
    <mc:Fallback xmlns="">
      <p:transition spd="slow" advTm="1114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5">
            <a:lum/>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C222C6-6494-29F1-E2C8-390426B64DB7}"/>
              </a:ext>
            </a:extLst>
          </p:cNvPr>
          <p:cNvSpPr txBox="1"/>
          <p:nvPr/>
        </p:nvSpPr>
        <p:spPr>
          <a:xfrm>
            <a:off x="106680" y="396240"/>
            <a:ext cx="9738360" cy="1692771"/>
          </a:xfrm>
          <a:prstGeom prst="rect">
            <a:avLst/>
          </a:prstGeom>
          <a:noFill/>
        </p:spPr>
        <p:txBody>
          <a:bodyPr wrap="square">
            <a:spAutoFit/>
          </a:bodyPr>
          <a:lstStyle/>
          <a:p>
            <a:pPr algn="ctr"/>
            <a:r>
              <a:rPr lang="en-US" sz="2800" i="1" dirty="0">
                <a:effectLst>
                  <a:glow rad="101600">
                    <a:schemeClr val="bg1">
                      <a:lumMod val="85000"/>
                      <a:lumOff val="15000"/>
                      <a:alpha val="60000"/>
                    </a:schemeClr>
                  </a:glow>
                </a:effectLst>
                <a:ea typeface="Calibri" panose="020F0502020204030204" pitchFamily="34" charset="0"/>
              </a:rPr>
              <a:t>“</a:t>
            </a:r>
            <a:r>
              <a:rPr lang="en-US" sz="2800" i="1" dirty="0">
                <a:effectLst>
                  <a:glow rad="101600">
                    <a:schemeClr val="bg1">
                      <a:lumMod val="85000"/>
                      <a:lumOff val="15000"/>
                      <a:alpha val="60000"/>
                    </a:schemeClr>
                  </a:glow>
                </a:effectLst>
                <a:latin typeface="+mj-lt"/>
                <a:ea typeface="Calibri" panose="020F0502020204030204" pitchFamily="34" charset="0"/>
              </a:rPr>
              <a:t>The story of the Jewish woman will be a glorious page in the history of Jewry during the present war.”</a:t>
            </a:r>
          </a:p>
          <a:p>
            <a:pPr algn="ctr"/>
            <a:endParaRPr lang="en-US" sz="2400" dirty="0">
              <a:effectLst>
                <a:glow rad="101600">
                  <a:schemeClr val="bg1">
                    <a:lumMod val="85000"/>
                    <a:lumOff val="15000"/>
                    <a:alpha val="60000"/>
                  </a:schemeClr>
                </a:glow>
              </a:effectLst>
              <a:latin typeface="+mj-lt"/>
              <a:ea typeface="Calibri" panose="020F0502020204030204" pitchFamily="34" charset="0"/>
            </a:endParaRPr>
          </a:p>
          <a:p>
            <a:pPr algn="ctr"/>
            <a:r>
              <a:rPr lang="en-US" sz="2400" i="1" dirty="0">
                <a:effectLst>
                  <a:glow rad="101600">
                    <a:schemeClr val="bg1">
                      <a:lumMod val="85000"/>
                      <a:lumOff val="15000"/>
                      <a:alpha val="60000"/>
                    </a:schemeClr>
                  </a:glow>
                </a:effectLst>
                <a:latin typeface="+mj-lt"/>
                <a:ea typeface="Calibri" panose="020F0502020204030204" pitchFamily="34" charset="0"/>
              </a:rPr>
              <a:t>-Dr. Emanuel </a:t>
            </a:r>
            <a:r>
              <a:rPr lang="en-US" sz="2400" i="1" dirty="0" err="1">
                <a:effectLst>
                  <a:glow rad="101600">
                    <a:schemeClr val="bg1">
                      <a:lumMod val="85000"/>
                      <a:lumOff val="15000"/>
                      <a:alpha val="60000"/>
                    </a:schemeClr>
                  </a:glow>
                </a:effectLst>
                <a:latin typeface="+mj-lt"/>
                <a:ea typeface="Calibri" panose="020F0502020204030204" pitchFamily="34" charset="0"/>
              </a:rPr>
              <a:t>Ringelblum</a:t>
            </a:r>
            <a:r>
              <a:rPr lang="en-US" sz="2400" i="1" dirty="0">
                <a:effectLst>
                  <a:glow rad="101600">
                    <a:schemeClr val="bg1">
                      <a:lumMod val="85000"/>
                      <a:lumOff val="15000"/>
                      <a:alpha val="60000"/>
                    </a:schemeClr>
                  </a:glow>
                </a:effectLst>
                <a:latin typeface="+mj-lt"/>
                <a:ea typeface="Calibri" panose="020F0502020204030204" pitchFamily="34" charset="0"/>
              </a:rPr>
              <a:t> </a:t>
            </a:r>
            <a:endParaRPr lang="en-US" sz="2400" i="1" dirty="0">
              <a:effectLst>
                <a:glow rad="101600">
                  <a:schemeClr val="bg1">
                    <a:lumMod val="85000"/>
                    <a:lumOff val="15000"/>
                    <a:alpha val="60000"/>
                  </a:schemeClr>
                </a:glow>
              </a:effectLst>
              <a:latin typeface="+mj-lt"/>
            </a:endParaRPr>
          </a:p>
        </p:txBody>
      </p:sp>
      <p:sp>
        <p:nvSpPr>
          <p:cNvPr id="5" name="TextBox 4">
            <a:extLst>
              <a:ext uri="{FF2B5EF4-FFF2-40B4-BE49-F238E27FC236}">
                <a16:creationId xmlns:a16="http://schemas.microsoft.com/office/drawing/2014/main" id="{417E6B81-1624-08D7-6360-544A82A6C4F2}"/>
              </a:ext>
            </a:extLst>
          </p:cNvPr>
          <p:cNvSpPr txBox="1"/>
          <p:nvPr/>
        </p:nvSpPr>
        <p:spPr>
          <a:xfrm>
            <a:off x="0" y="6627168"/>
            <a:ext cx="4999710" cy="230832"/>
          </a:xfrm>
          <a:prstGeom prst="rect">
            <a:avLst/>
          </a:prstGeom>
          <a:noFill/>
        </p:spPr>
        <p:txBody>
          <a:bodyPr wrap="square" rtlCol="0">
            <a:spAutoFit/>
          </a:bodyPr>
          <a:lstStyle/>
          <a:p>
            <a:r>
              <a:rPr lang="en-US" sz="900" i="1" dirty="0"/>
              <a:t>Background image of the Children’s Memorial at Yad Vashem</a:t>
            </a:r>
          </a:p>
        </p:txBody>
      </p:sp>
      <p:pic>
        <p:nvPicPr>
          <p:cNvPr id="2" name="Audio 1">
            <a:hlinkClick r:id="" action="ppaction://media"/>
            <a:extLst>
              <a:ext uri="{FF2B5EF4-FFF2-40B4-BE49-F238E27FC236}">
                <a16:creationId xmlns:a16="http://schemas.microsoft.com/office/drawing/2014/main" id="{3D40DF94-067C-181F-113C-7F0916300D4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52548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7462">
        <p159:morph option="byObject"/>
      </p:transition>
    </mc:Choice>
    <mc:Fallback xmlns="">
      <p:transition spd="slow" advTm="37462">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{AD4AE7DF-A2A8-034B-AB34-F1024B0E39FE}tf10001063</Template>
  <TotalTime>2264</TotalTime>
  <Words>2951</Words>
  <Application>Microsoft Office PowerPoint</Application>
  <PresentationFormat>Widescreen</PresentationFormat>
  <Paragraphs>131</Paragraphs>
  <Slides>12</Slides>
  <Notes>12</Notes>
  <HiddenSlides>0</HiddenSlides>
  <MMClips>12</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Mesh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Shoshana Bornstein</dc:creator>
  <cp:lastModifiedBy>Shoshana Bornstein</cp:lastModifiedBy>
  <cp:revision>2</cp:revision>
  <dcterms:created xsi:type="dcterms:W3CDTF">2022-11-04T02:19:44Z</dcterms:created>
  <dcterms:modified xsi:type="dcterms:W3CDTF">2022-12-09T19:22:49Z</dcterms:modified>
</cp:coreProperties>
</file>